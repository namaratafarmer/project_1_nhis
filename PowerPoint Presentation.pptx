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4" r:id="rId1"/>
  </p:sldMasterIdLst>
  <p:sldIdLst>
    <p:sldId id="256" r:id="rId2"/>
    <p:sldId id="257" r:id="rId3"/>
    <p:sldId id="258" r:id="rId4"/>
    <p:sldId id="259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A83310-94C1-489D-B55F-D675D9F2392B}" v="151" dt="2026-01-20T12:44:13.4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ragdjadhav@outlook.com" userId="effe2cbd2a6ebe7c" providerId="LiveId" clId="{4790AC98-7CAE-4AAB-AE53-7A479A001FBE}"/>
    <pc:docChg chg="undo redo custSel addSld delSld modSld sldOrd">
      <pc:chgData name="chiragdjadhav@outlook.com" userId="effe2cbd2a6ebe7c" providerId="LiveId" clId="{4790AC98-7CAE-4AAB-AE53-7A479A001FBE}" dt="2026-01-20T12:46:05.426" v="12954" actId="122"/>
      <pc:docMkLst>
        <pc:docMk/>
      </pc:docMkLst>
      <pc:sldChg chg="addSp delSp modSp new mod">
        <pc:chgData name="chiragdjadhav@outlook.com" userId="effe2cbd2a6ebe7c" providerId="LiveId" clId="{4790AC98-7CAE-4AAB-AE53-7A479A001FBE}" dt="2026-01-20T11:36:37.337" v="11486" actId="207"/>
        <pc:sldMkLst>
          <pc:docMk/>
          <pc:sldMk cId="2177756326" sldId="256"/>
        </pc:sldMkLst>
        <pc:spChg chg="mod">
          <ac:chgData name="chiragdjadhav@outlook.com" userId="effe2cbd2a6ebe7c" providerId="LiveId" clId="{4790AC98-7CAE-4AAB-AE53-7A479A001FBE}" dt="2026-01-20T11:33:09.632" v="11450" actId="27636"/>
          <ac:spMkLst>
            <pc:docMk/>
            <pc:sldMk cId="2177756326" sldId="256"/>
            <ac:spMk id="2" creationId="{28BABEAC-7D9E-9C9A-B39F-99E28A43E3BE}"/>
          </ac:spMkLst>
        </pc:spChg>
        <pc:spChg chg="mod">
          <ac:chgData name="chiragdjadhav@outlook.com" userId="effe2cbd2a6ebe7c" providerId="LiveId" clId="{4790AC98-7CAE-4AAB-AE53-7A479A001FBE}" dt="2026-01-15T14:09:38.258" v="688" actId="255"/>
          <ac:spMkLst>
            <pc:docMk/>
            <pc:sldMk cId="2177756326" sldId="256"/>
            <ac:spMk id="3" creationId="{ACA6086D-D4E5-7571-1D0C-5A0E3B7AEDA8}"/>
          </ac:spMkLst>
        </pc:spChg>
        <pc:spChg chg="add mod">
          <ac:chgData name="chiragdjadhav@outlook.com" userId="effe2cbd2a6ebe7c" providerId="LiveId" clId="{4790AC98-7CAE-4AAB-AE53-7A479A001FBE}" dt="2026-01-20T11:36:37.337" v="11486" actId="207"/>
          <ac:spMkLst>
            <pc:docMk/>
            <pc:sldMk cId="2177756326" sldId="256"/>
            <ac:spMk id="9" creationId="{B7FF4A6B-367D-1CFA-5DE3-5AEA1944379D}"/>
          </ac:spMkLst>
        </pc:spChg>
        <pc:picChg chg="add mod ord">
          <ac:chgData name="chiragdjadhav@outlook.com" userId="effe2cbd2a6ebe7c" providerId="LiveId" clId="{4790AC98-7CAE-4AAB-AE53-7A479A001FBE}" dt="2026-01-20T11:36:19.209" v="11484" actId="14100"/>
          <ac:picMkLst>
            <pc:docMk/>
            <pc:sldMk cId="2177756326" sldId="256"/>
            <ac:picMk id="7" creationId="{82EA825A-3F58-4224-8903-DDCFACB99BB2}"/>
          </ac:picMkLst>
        </pc:picChg>
      </pc:sldChg>
      <pc:sldChg chg="addSp delSp modSp new mod ord">
        <pc:chgData name="chiragdjadhav@outlook.com" userId="effe2cbd2a6ebe7c" providerId="LiveId" clId="{4790AC98-7CAE-4AAB-AE53-7A479A001FBE}" dt="2026-01-20T12:40:30.959" v="12835" actId="14100"/>
        <pc:sldMkLst>
          <pc:docMk/>
          <pc:sldMk cId="2363707068" sldId="257"/>
        </pc:sldMkLst>
        <pc:spChg chg="mod">
          <ac:chgData name="chiragdjadhav@outlook.com" userId="effe2cbd2a6ebe7c" providerId="LiveId" clId="{4790AC98-7CAE-4AAB-AE53-7A479A001FBE}" dt="2026-01-20T12:40:30.959" v="12835" actId="14100"/>
          <ac:spMkLst>
            <pc:docMk/>
            <pc:sldMk cId="2363707068" sldId="257"/>
            <ac:spMk id="2" creationId="{E1BCB315-CCFF-F5F2-841C-F9F435D3092F}"/>
          </ac:spMkLst>
        </pc:spChg>
        <pc:spChg chg="del mod">
          <ac:chgData name="chiragdjadhav@outlook.com" userId="effe2cbd2a6ebe7c" providerId="LiveId" clId="{4790AC98-7CAE-4AAB-AE53-7A479A001FBE}" dt="2026-01-19T05:09:12.550" v="3605"/>
          <ac:spMkLst>
            <pc:docMk/>
            <pc:sldMk cId="2363707068" sldId="257"/>
            <ac:spMk id="3" creationId="{F2CAA9DB-B8E8-267C-7D39-D3B9A6E779ED}"/>
          </ac:spMkLst>
        </pc:spChg>
        <pc:spChg chg="add mod">
          <ac:chgData name="chiragdjadhav@outlook.com" userId="effe2cbd2a6ebe7c" providerId="LiveId" clId="{4790AC98-7CAE-4AAB-AE53-7A479A001FBE}" dt="2026-01-20T12:40:15.324" v="12833" actId="20577"/>
          <ac:spMkLst>
            <pc:docMk/>
            <pc:sldMk cId="2363707068" sldId="257"/>
            <ac:spMk id="4" creationId="{85DB03F4-6789-A6B3-62F9-30FD5A7AD2D9}"/>
          </ac:spMkLst>
        </pc:spChg>
        <pc:spChg chg="add">
          <ac:chgData name="chiragdjadhav@outlook.com" userId="effe2cbd2a6ebe7c" providerId="LiveId" clId="{4790AC98-7CAE-4AAB-AE53-7A479A001FBE}" dt="2026-01-19T05:11:07.681" v="3606"/>
          <ac:spMkLst>
            <pc:docMk/>
            <pc:sldMk cId="2363707068" sldId="257"/>
            <ac:spMk id="5" creationId="{15AF4C3D-7327-2C11-18A6-CAD3687CAB79}"/>
          </ac:spMkLst>
        </pc:spChg>
        <pc:spChg chg="add mod">
          <ac:chgData name="chiragdjadhav@outlook.com" userId="effe2cbd2a6ebe7c" providerId="LiveId" clId="{4790AC98-7CAE-4AAB-AE53-7A479A001FBE}" dt="2026-01-19T05:11:22.875" v="3610"/>
          <ac:spMkLst>
            <pc:docMk/>
            <pc:sldMk cId="2363707068" sldId="257"/>
            <ac:spMk id="6" creationId="{53485C6F-025B-028C-5195-0E5669311CB1}"/>
          </ac:spMkLst>
        </pc:spChg>
        <pc:spChg chg="add mod">
          <ac:chgData name="chiragdjadhav@outlook.com" userId="effe2cbd2a6ebe7c" providerId="LiveId" clId="{4790AC98-7CAE-4AAB-AE53-7A479A001FBE}" dt="2026-01-19T05:11:22.389" v="3609"/>
          <ac:spMkLst>
            <pc:docMk/>
            <pc:sldMk cId="2363707068" sldId="257"/>
            <ac:spMk id="7" creationId="{343A5B30-0767-F5CC-67AA-17B06C373F32}"/>
          </ac:spMkLst>
        </pc:spChg>
      </pc:sldChg>
      <pc:sldChg chg="addSp delSp modSp new mod">
        <pc:chgData name="chiragdjadhav@outlook.com" userId="effe2cbd2a6ebe7c" providerId="LiveId" clId="{4790AC98-7CAE-4AAB-AE53-7A479A001FBE}" dt="2026-01-20T12:42:55.367" v="12934" actId="20577"/>
        <pc:sldMkLst>
          <pc:docMk/>
          <pc:sldMk cId="1166655741" sldId="258"/>
        </pc:sldMkLst>
        <pc:spChg chg="mod">
          <ac:chgData name="chiragdjadhav@outlook.com" userId="effe2cbd2a6ebe7c" providerId="LiveId" clId="{4790AC98-7CAE-4AAB-AE53-7A479A001FBE}" dt="2026-01-20T11:38:57.637" v="11596" actId="27636"/>
          <ac:spMkLst>
            <pc:docMk/>
            <pc:sldMk cId="1166655741" sldId="258"/>
            <ac:spMk id="2" creationId="{AEB545E4-A045-8FC0-9550-2BB1EF15DFF7}"/>
          </ac:spMkLst>
        </pc:spChg>
        <pc:spChg chg="add mod">
          <ac:chgData name="chiragdjadhav@outlook.com" userId="effe2cbd2a6ebe7c" providerId="LiveId" clId="{4790AC98-7CAE-4AAB-AE53-7A479A001FBE}" dt="2026-01-20T12:42:55.367" v="12934" actId="20577"/>
          <ac:spMkLst>
            <pc:docMk/>
            <pc:sldMk cId="1166655741" sldId="258"/>
            <ac:spMk id="3" creationId="{05538369-A0C2-63D7-1F36-81E99CF4889A}"/>
          </ac:spMkLst>
        </pc:spChg>
        <pc:spChg chg="add mod">
          <ac:chgData name="chiragdjadhav@outlook.com" userId="effe2cbd2a6ebe7c" providerId="LiveId" clId="{4790AC98-7CAE-4AAB-AE53-7A479A001FBE}" dt="2026-01-19T04:22:05.736" v="2236" actId="14100"/>
          <ac:spMkLst>
            <pc:docMk/>
            <pc:sldMk cId="1166655741" sldId="258"/>
            <ac:spMk id="5" creationId="{EED00291-820C-A920-C2EC-506EF670C8F8}"/>
          </ac:spMkLst>
        </pc:spChg>
        <pc:spChg chg="add">
          <ac:chgData name="chiragdjadhav@outlook.com" userId="effe2cbd2a6ebe7c" providerId="LiveId" clId="{4790AC98-7CAE-4AAB-AE53-7A479A001FBE}" dt="2026-01-19T04:22:09.163" v="2237"/>
          <ac:spMkLst>
            <pc:docMk/>
            <pc:sldMk cId="1166655741" sldId="258"/>
            <ac:spMk id="6" creationId="{7792A3EE-38C3-B731-0B08-1204C35B3B6F}"/>
          </ac:spMkLst>
        </pc:spChg>
        <pc:picChg chg="add mod">
          <ac:chgData name="chiragdjadhav@outlook.com" userId="effe2cbd2a6ebe7c" providerId="LiveId" clId="{4790AC98-7CAE-4AAB-AE53-7A479A001FBE}" dt="2026-01-20T11:38:51.047" v="11594" actId="14100"/>
          <ac:picMkLst>
            <pc:docMk/>
            <pc:sldMk cId="1166655741" sldId="258"/>
            <ac:picMk id="4" creationId="{4D22CB38-54BC-2DB0-8BC0-9EDD059FD8EB}"/>
          </ac:picMkLst>
        </pc:picChg>
      </pc:sldChg>
      <pc:sldChg chg="addSp delSp modSp new mod ord modClrScheme chgLayout">
        <pc:chgData name="chiragdjadhav@outlook.com" userId="effe2cbd2a6ebe7c" providerId="LiveId" clId="{4790AC98-7CAE-4AAB-AE53-7A479A001FBE}" dt="2026-01-20T12:43:33.268" v="12943" actId="113"/>
        <pc:sldMkLst>
          <pc:docMk/>
          <pc:sldMk cId="117139449" sldId="259"/>
        </pc:sldMkLst>
        <pc:spChg chg="mod ord">
          <ac:chgData name="chiragdjadhav@outlook.com" userId="effe2cbd2a6ebe7c" providerId="LiveId" clId="{4790AC98-7CAE-4AAB-AE53-7A479A001FBE}" dt="2026-01-20T12:15:12.729" v="11856" actId="700"/>
          <ac:spMkLst>
            <pc:docMk/>
            <pc:sldMk cId="117139449" sldId="259"/>
            <ac:spMk id="2" creationId="{16C23793-0052-531D-73FE-6D301A23100E}"/>
          </ac:spMkLst>
        </pc:spChg>
        <pc:spChg chg="add mod ord">
          <ac:chgData name="chiragdjadhav@outlook.com" userId="effe2cbd2a6ebe7c" providerId="LiveId" clId="{4790AC98-7CAE-4AAB-AE53-7A479A001FBE}" dt="2026-01-20T12:43:33.268" v="12943" actId="113"/>
          <ac:spMkLst>
            <pc:docMk/>
            <pc:sldMk cId="117139449" sldId="259"/>
            <ac:spMk id="10" creationId="{DA9EFADC-DA7D-E504-68A0-60E692F1BD84}"/>
          </ac:spMkLst>
        </pc:spChg>
        <pc:picChg chg="add mod">
          <ac:chgData name="chiragdjadhav@outlook.com" userId="effe2cbd2a6ebe7c" providerId="LiveId" clId="{4790AC98-7CAE-4AAB-AE53-7A479A001FBE}" dt="2026-01-19T04:45:28.523" v="2904"/>
          <ac:picMkLst>
            <pc:docMk/>
            <pc:sldMk cId="117139449" sldId="259"/>
            <ac:picMk id="3" creationId="{D03608F2-111C-F8E2-0E14-088B943600AA}"/>
          </ac:picMkLst>
        </pc:picChg>
        <pc:picChg chg="add mod">
          <ac:chgData name="chiragdjadhav@outlook.com" userId="effe2cbd2a6ebe7c" providerId="LiveId" clId="{4790AC98-7CAE-4AAB-AE53-7A479A001FBE}" dt="2026-01-19T04:45:32.938" v="2906"/>
          <ac:picMkLst>
            <pc:docMk/>
            <pc:sldMk cId="117139449" sldId="259"/>
            <ac:picMk id="4" creationId="{0C17CB02-2F7A-6E15-5E10-54E8F21C1E5D}"/>
          </ac:picMkLst>
        </pc:picChg>
        <pc:picChg chg="add mod ord">
          <ac:chgData name="chiragdjadhav@outlook.com" userId="effe2cbd2a6ebe7c" providerId="LiveId" clId="{4790AC98-7CAE-4AAB-AE53-7A479A001FBE}" dt="2026-01-20T12:15:34.955" v="11864" actId="1076"/>
          <ac:picMkLst>
            <pc:docMk/>
            <pc:sldMk cId="117139449" sldId="259"/>
            <ac:picMk id="6" creationId="{C882B058-DFED-3585-713F-974FC6BE87BE}"/>
          </ac:picMkLst>
        </pc:picChg>
      </pc:sldChg>
      <pc:sldChg chg="addSp delSp modSp new mod">
        <pc:chgData name="chiragdjadhav@outlook.com" userId="effe2cbd2a6ebe7c" providerId="LiveId" clId="{4790AC98-7CAE-4AAB-AE53-7A479A001FBE}" dt="2026-01-20T12:46:05.426" v="12954" actId="122"/>
        <pc:sldMkLst>
          <pc:docMk/>
          <pc:sldMk cId="4006423511" sldId="260"/>
        </pc:sldMkLst>
        <pc:spChg chg="add mod">
          <ac:chgData name="chiragdjadhav@outlook.com" userId="effe2cbd2a6ebe7c" providerId="LiveId" clId="{4790AC98-7CAE-4AAB-AE53-7A479A001FBE}" dt="2026-01-20T12:46:05.426" v="12954" actId="122"/>
          <ac:spMkLst>
            <pc:docMk/>
            <pc:sldMk cId="4006423511" sldId="260"/>
            <ac:spMk id="3" creationId="{AEC99F47-B88E-77A6-335D-4630813A6E55}"/>
          </ac:spMkLst>
        </pc:spChg>
      </pc:sldChg>
      <pc:sldChg chg="new del">
        <pc:chgData name="chiragdjadhav@outlook.com" userId="effe2cbd2a6ebe7c" providerId="LiveId" clId="{4790AC98-7CAE-4AAB-AE53-7A479A001FBE}" dt="2026-01-19T09:05:13.566" v="5504" actId="47"/>
        <pc:sldMkLst>
          <pc:docMk/>
          <pc:sldMk cId="1215307655" sldId="261"/>
        </pc:sldMkLst>
      </pc:sldChg>
      <pc:sldChg chg="addSp delSp modSp new mod ord modClrScheme chgLayout">
        <pc:chgData name="chiragdjadhav@outlook.com" userId="effe2cbd2a6ebe7c" providerId="LiveId" clId="{4790AC98-7CAE-4AAB-AE53-7A479A001FBE}" dt="2026-01-20T11:45:31.958" v="11673" actId="1076"/>
        <pc:sldMkLst>
          <pc:docMk/>
          <pc:sldMk cId="2483866959" sldId="261"/>
        </pc:sldMkLst>
        <pc:spChg chg="del">
          <ac:chgData name="chiragdjadhav@outlook.com" userId="effe2cbd2a6ebe7c" providerId="LiveId" clId="{4790AC98-7CAE-4AAB-AE53-7A479A001FBE}" dt="2026-01-19T09:53:47.586" v="5516" actId="6264"/>
          <ac:spMkLst>
            <pc:docMk/>
            <pc:sldMk cId="2483866959" sldId="261"/>
            <ac:spMk id="2" creationId="{3D89FC41-20AA-18A8-0CF4-176EB5952CD7}"/>
          </ac:spMkLst>
        </pc:spChg>
        <pc:spChg chg="del mod">
          <ac:chgData name="chiragdjadhav@outlook.com" userId="effe2cbd2a6ebe7c" providerId="LiveId" clId="{4790AC98-7CAE-4AAB-AE53-7A479A001FBE}" dt="2026-01-19T09:53:47.586" v="5516" actId="6264"/>
          <ac:spMkLst>
            <pc:docMk/>
            <pc:sldMk cId="2483866959" sldId="261"/>
            <ac:spMk id="3" creationId="{BDA97C7F-6EB9-5C6B-4E54-4E69ED3FD34B}"/>
          </ac:spMkLst>
        </pc:spChg>
        <pc:spChg chg="del">
          <ac:chgData name="chiragdjadhav@outlook.com" userId="effe2cbd2a6ebe7c" providerId="LiveId" clId="{4790AC98-7CAE-4AAB-AE53-7A479A001FBE}" dt="2026-01-19T09:53:47.586" v="5516" actId="6264"/>
          <ac:spMkLst>
            <pc:docMk/>
            <pc:sldMk cId="2483866959" sldId="261"/>
            <ac:spMk id="4" creationId="{53BC3A83-00FB-E262-CDCE-A688E593E8F3}"/>
          </ac:spMkLst>
        </pc:spChg>
        <pc:spChg chg="add del mod ord">
          <ac:chgData name="chiragdjadhav@outlook.com" userId="effe2cbd2a6ebe7c" providerId="LiveId" clId="{4790AC98-7CAE-4AAB-AE53-7A479A001FBE}" dt="2026-01-19T09:54:48.394" v="5530" actId="700"/>
          <ac:spMkLst>
            <pc:docMk/>
            <pc:sldMk cId="2483866959" sldId="261"/>
            <ac:spMk id="7" creationId="{72C41577-8C53-542B-4CF0-D11B618C8DAD}"/>
          </ac:spMkLst>
        </pc:spChg>
        <pc:spChg chg="add del mod ord">
          <ac:chgData name="chiragdjadhav@outlook.com" userId="effe2cbd2a6ebe7c" providerId="LiveId" clId="{4790AC98-7CAE-4AAB-AE53-7A479A001FBE}" dt="2026-01-19T09:54:48.394" v="5530" actId="700"/>
          <ac:spMkLst>
            <pc:docMk/>
            <pc:sldMk cId="2483866959" sldId="261"/>
            <ac:spMk id="8" creationId="{B954C96B-E880-DC93-D83B-D83AC4D95FB8}"/>
          </ac:spMkLst>
        </pc:spChg>
        <pc:spChg chg="add del mod ord">
          <ac:chgData name="chiragdjadhav@outlook.com" userId="effe2cbd2a6ebe7c" providerId="LiveId" clId="{4790AC98-7CAE-4AAB-AE53-7A479A001FBE}" dt="2026-01-19T09:54:48.394" v="5530" actId="700"/>
          <ac:spMkLst>
            <pc:docMk/>
            <pc:sldMk cId="2483866959" sldId="261"/>
            <ac:spMk id="9" creationId="{039A7DBE-B699-B05E-FBD6-877E9DD895CF}"/>
          </ac:spMkLst>
        </pc:spChg>
        <pc:spChg chg="add del mod ord">
          <ac:chgData name="chiragdjadhav@outlook.com" userId="effe2cbd2a6ebe7c" providerId="LiveId" clId="{4790AC98-7CAE-4AAB-AE53-7A479A001FBE}" dt="2026-01-19T09:54:25.250" v="5526" actId="700"/>
          <ac:spMkLst>
            <pc:docMk/>
            <pc:sldMk cId="2483866959" sldId="261"/>
            <ac:spMk id="10" creationId="{55467C51-E1A0-633E-B905-044CAF6F5434}"/>
          </ac:spMkLst>
        </pc:spChg>
        <pc:spChg chg="add del mod ord">
          <ac:chgData name="chiragdjadhav@outlook.com" userId="effe2cbd2a6ebe7c" providerId="LiveId" clId="{4790AC98-7CAE-4AAB-AE53-7A479A001FBE}" dt="2026-01-19T09:54:25.250" v="5526" actId="700"/>
          <ac:spMkLst>
            <pc:docMk/>
            <pc:sldMk cId="2483866959" sldId="261"/>
            <ac:spMk id="11" creationId="{DDAD3AB6-A3BA-DB15-44C1-09944599414B}"/>
          </ac:spMkLst>
        </pc:spChg>
        <pc:spChg chg="add del mod ord">
          <ac:chgData name="chiragdjadhav@outlook.com" userId="effe2cbd2a6ebe7c" providerId="LiveId" clId="{4790AC98-7CAE-4AAB-AE53-7A479A001FBE}" dt="2026-01-19T09:54:25.250" v="5526" actId="700"/>
          <ac:spMkLst>
            <pc:docMk/>
            <pc:sldMk cId="2483866959" sldId="261"/>
            <ac:spMk id="12" creationId="{47BE409F-D72A-D138-224D-BC669F038CA9}"/>
          </ac:spMkLst>
        </pc:spChg>
        <pc:spChg chg="add mod ord">
          <ac:chgData name="chiragdjadhav@outlook.com" userId="effe2cbd2a6ebe7c" providerId="LiveId" clId="{4790AC98-7CAE-4AAB-AE53-7A479A001FBE}" dt="2026-01-20T11:40:48.852" v="11613" actId="27636"/>
          <ac:spMkLst>
            <pc:docMk/>
            <pc:sldMk cId="2483866959" sldId="261"/>
            <ac:spMk id="13" creationId="{CCDC7BC2-9A1F-B89A-802C-BCE08A921DF6}"/>
          </ac:spMkLst>
        </pc:spChg>
        <pc:spChg chg="add del mod ord">
          <ac:chgData name="chiragdjadhav@outlook.com" userId="effe2cbd2a6ebe7c" providerId="LiveId" clId="{4790AC98-7CAE-4AAB-AE53-7A479A001FBE}" dt="2026-01-19T10:01:49.834" v="5535" actId="931"/>
          <ac:spMkLst>
            <pc:docMk/>
            <pc:sldMk cId="2483866959" sldId="261"/>
            <ac:spMk id="14" creationId="{5ED63178-5337-8949-02CD-171EFF9A26C1}"/>
          </ac:spMkLst>
        </pc:spChg>
        <pc:spChg chg="add mod ord">
          <ac:chgData name="chiragdjadhav@outlook.com" userId="effe2cbd2a6ebe7c" providerId="LiveId" clId="{4790AC98-7CAE-4AAB-AE53-7A479A001FBE}" dt="2026-01-20T11:43:01.021" v="11646" actId="20577"/>
          <ac:spMkLst>
            <pc:docMk/>
            <pc:sldMk cId="2483866959" sldId="261"/>
            <ac:spMk id="15" creationId="{66FA550E-328C-BCFF-7D03-582387F3F6FC}"/>
          </ac:spMkLst>
        </pc:spChg>
        <pc:graphicFrameChg chg="add del mod">
          <ac:chgData name="chiragdjadhav@outlook.com" userId="effe2cbd2a6ebe7c" providerId="LiveId" clId="{4790AC98-7CAE-4AAB-AE53-7A479A001FBE}" dt="2026-01-19T09:54:28.741" v="5528" actId="478"/>
          <ac:graphicFrameMkLst>
            <pc:docMk/>
            <pc:sldMk cId="2483866959" sldId="261"/>
            <ac:graphicFrameMk id="5" creationId="{D4530C1A-6714-4C9F-91EF-98E895B842AC}"/>
          </ac:graphicFrameMkLst>
        </pc:graphicFrameChg>
        <pc:graphicFrameChg chg="add del mod">
          <ac:chgData name="chiragdjadhav@outlook.com" userId="effe2cbd2a6ebe7c" providerId="LiveId" clId="{4790AC98-7CAE-4AAB-AE53-7A479A001FBE}" dt="2026-01-19T09:54:36.107" v="5529" actId="478"/>
          <ac:graphicFrameMkLst>
            <pc:docMk/>
            <pc:sldMk cId="2483866959" sldId="261"/>
            <ac:graphicFrameMk id="6" creationId="{03AA49CB-1AAE-42E1-BC05-656F6373D7FB}"/>
          </ac:graphicFrameMkLst>
        </pc:graphicFrameChg>
        <pc:picChg chg="add mod">
          <ac:chgData name="chiragdjadhav@outlook.com" userId="effe2cbd2a6ebe7c" providerId="LiveId" clId="{4790AC98-7CAE-4AAB-AE53-7A479A001FBE}" dt="2026-01-19T09:58:22.742" v="5534" actId="931"/>
          <ac:picMkLst>
            <pc:docMk/>
            <pc:sldMk cId="2483866959" sldId="261"/>
            <ac:picMk id="17" creationId="{319980A4-D26A-E9D0-6756-59127FD61088}"/>
          </ac:picMkLst>
        </pc:picChg>
        <pc:picChg chg="add mod ord">
          <ac:chgData name="chiragdjadhav@outlook.com" userId="effe2cbd2a6ebe7c" providerId="LiveId" clId="{4790AC98-7CAE-4AAB-AE53-7A479A001FBE}" dt="2026-01-20T11:45:31.958" v="11673" actId="1076"/>
          <ac:picMkLst>
            <pc:docMk/>
            <pc:sldMk cId="2483866959" sldId="261"/>
            <ac:picMk id="19" creationId="{738782B4-0274-B64E-8F44-3C35552B8CC8}"/>
          </ac:picMkLst>
        </pc:picChg>
      </pc:sldChg>
      <pc:sldChg chg="modSp new del mod">
        <pc:chgData name="chiragdjadhav@outlook.com" userId="effe2cbd2a6ebe7c" providerId="LiveId" clId="{4790AC98-7CAE-4AAB-AE53-7A479A001FBE}" dt="2026-01-19T07:08:20.587" v="5115" actId="47"/>
        <pc:sldMkLst>
          <pc:docMk/>
          <pc:sldMk cId="2880794760" sldId="262"/>
        </pc:sldMkLst>
      </pc:sldChg>
      <pc:sldChg chg="addSp delSp modSp new mod modClrScheme chgLayout">
        <pc:chgData name="chiragdjadhav@outlook.com" userId="effe2cbd2a6ebe7c" providerId="LiveId" clId="{4790AC98-7CAE-4AAB-AE53-7A479A001FBE}" dt="2026-01-20T11:45:41.110" v="11674" actId="14100"/>
        <pc:sldMkLst>
          <pc:docMk/>
          <pc:sldMk cId="3363065161" sldId="262"/>
        </pc:sldMkLst>
        <pc:spChg chg="del mod ord">
          <ac:chgData name="chiragdjadhav@outlook.com" userId="effe2cbd2a6ebe7c" providerId="LiveId" clId="{4790AC98-7CAE-4AAB-AE53-7A479A001FBE}" dt="2026-01-19T14:28:27.024" v="6163" actId="700"/>
          <ac:spMkLst>
            <pc:docMk/>
            <pc:sldMk cId="3363065161" sldId="262"/>
            <ac:spMk id="2" creationId="{6EEB844D-A0B4-147D-8CA8-44FEAE5B7A3E}"/>
          </ac:spMkLst>
        </pc:spChg>
        <pc:spChg chg="del mod ord">
          <ac:chgData name="chiragdjadhav@outlook.com" userId="effe2cbd2a6ebe7c" providerId="LiveId" clId="{4790AC98-7CAE-4AAB-AE53-7A479A001FBE}" dt="2026-01-19T14:28:27.024" v="6163" actId="700"/>
          <ac:spMkLst>
            <pc:docMk/>
            <pc:sldMk cId="3363065161" sldId="262"/>
            <ac:spMk id="3" creationId="{DE510A99-7840-8F4F-CB9E-57BD792D3E27}"/>
          </ac:spMkLst>
        </pc:spChg>
        <pc:spChg chg="del mod ord">
          <ac:chgData name="chiragdjadhav@outlook.com" userId="effe2cbd2a6ebe7c" providerId="LiveId" clId="{4790AC98-7CAE-4AAB-AE53-7A479A001FBE}" dt="2026-01-19T14:28:27.024" v="6163" actId="700"/>
          <ac:spMkLst>
            <pc:docMk/>
            <pc:sldMk cId="3363065161" sldId="262"/>
            <ac:spMk id="4" creationId="{580B5D24-0D11-A9BB-0236-2BCC2FE2F825}"/>
          </ac:spMkLst>
        </pc:spChg>
        <pc:spChg chg="add del mod ord">
          <ac:chgData name="chiragdjadhav@outlook.com" userId="effe2cbd2a6ebe7c" providerId="LiveId" clId="{4790AC98-7CAE-4AAB-AE53-7A479A001FBE}" dt="2026-01-19T14:29:58.069" v="6175" actId="700"/>
          <ac:spMkLst>
            <pc:docMk/>
            <pc:sldMk cId="3363065161" sldId="262"/>
            <ac:spMk id="5" creationId="{D50DDC5A-5CDE-3841-D85A-747E2CE61F0B}"/>
          </ac:spMkLst>
        </pc:spChg>
        <pc:spChg chg="add del mod ord">
          <ac:chgData name="chiragdjadhav@outlook.com" userId="effe2cbd2a6ebe7c" providerId="LiveId" clId="{4790AC98-7CAE-4AAB-AE53-7A479A001FBE}" dt="2026-01-19T14:29:58.069" v="6175" actId="700"/>
          <ac:spMkLst>
            <pc:docMk/>
            <pc:sldMk cId="3363065161" sldId="262"/>
            <ac:spMk id="6" creationId="{2F3A16EE-F69A-B6C2-8414-0A49C8E68C6C}"/>
          </ac:spMkLst>
        </pc:spChg>
        <pc:spChg chg="add del mod ord">
          <ac:chgData name="chiragdjadhav@outlook.com" userId="effe2cbd2a6ebe7c" providerId="LiveId" clId="{4790AC98-7CAE-4AAB-AE53-7A479A001FBE}" dt="2026-01-19T14:29:58.069" v="6175" actId="700"/>
          <ac:spMkLst>
            <pc:docMk/>
            <pc:sldMk cId="3363065161" sldId="262"/>
            <ac:spMk id="7" creationId="{2F0DF0F9-4B20-B94F-3250-1CBAA0CD7CEA}"/>
          </ac:spMkLst>
        </pc:spChg>
        <pc:spChg chg="add mod">
          <ac:chgData name="chiragdjadhav@outlook.com" userId="effe2cbd2a6ebe7c" providerId="LiveId" clId="{4790AC98-7CAE-4AAB-AE53-7A479A001FBE}" dt="2026-01-19T14:29:52.184" v="6174"/>
          <ac:spMkLst>
            <pc:docMk/>
            <pc:sldMk cId="3363065161" sldId="262"/>
            <ac:spMk id="11" creationId="{9539B385-283F-F971-47C2-DE9DC35502AE}"/>
          </ac:spMkLst>
        </pc:spChg>
        <pc:spChg chg="add mod">
          <ac:chgData name="chiragdjadhav@outlook.com" userId="effe2cbd2a6ebe7c" providerId="LiveId" clId="{4790AC98-7CAE-4AAB-AE53-7A479A001FBE}" dt="2026-01-19T14:29:52.184" v="6174"/>
          <ac:spMkLst>
            <pc:docMk/>
            <pc:sldMk cId="3363065161" sldId="262"/>
            <ac:spMk id="12" creationId="{D34CC365-AFF1-F265-7C15-7B69AAB7EC77}"/>
          </ac:spMkLst>
        </pc:spChg>
        <pc:spChg chg="add mod">
          <ac:chgData name="chiragdjadhav@outlook.com" userId="effe2cbd2a6ebe7c" providerId="LiveId" clId="{4790AC98-7CAE-4AAB-AE53-7A479A001FBE}" dt="2026-01-19T14:29:52.184" v="6174"/>
          <ac:spMkLst>
            <pc:docMk/>
            <pc:sldMk cId="3363065161" sldId="262"/>
            <ac:spMk id="13" creationId="{E1BCEB88-C05C-27A4-236B-8F0219B3B4C0}"/>
          </ac:spMkLst>
        </pc:spChg>
        <pc:spChg chg="add mod">
          <ac:chgData name="chiragdjadhav@outlook.com" userId="effe2cbd2a6ebe7c" providerId="LiveId" clId="{4790AC98-7CAE-4AAB-AE53-7A479A001FBE}" dt="2026-01-19T14:29:52.184" v="6174"/>
          <ac:spMkLst>
            <pc:docMk/>
            <pc:sldMk cId="3363065161" sldId="262"/>
            <ac:spMk id="14" creationId="{186A7EA9-F840-90B4-C78D-433E6B4A7B39}"/>
          </ac:spMkLst>
        </pc:spChg>
        <pc:spChg chg="add mod">
          <ac:chgData name="chiragdjadhav@outlook.com" userId="effe2cbd2a6ebe7c" providerId="LiveId" clId="{4790AC98-7CAE-4AAB-AE53-7A479A001FBE}" dt="2026-01-19T14:29:52.184" v="6174"/>
          <ac:spMkLst>
            <pc:docMk/>
            <pc:sldMk cId="3363065161" sldId="262"/>
            <ac:spMk id="15" creationId="{CFED6337-4D65-FBDD-4825-BB81EE81B695}"/>
          </ac:spMkLst>
        </pc:spChg>
        <pc:spChg chg="add mod">
          <ac:chgData name="chiragdjadhav@outlook.com" userId="effe2cbd2a6ebe7c" providerId="LiveId" clId="{4790AC98-7CAE-4AAB-AE53-7A479A001FBE}" dt="2026-01-19T14:29:52.184" v="6174"/>
          <ac:spMkLst>
            <pc:docMk/>
            <pc:sldMk cId="3363065161" sldId="262"/>
            <ac:spMk id="16" creationId="{DFAEEA40-0E55-A32E-51C5-51228093CA2F}"/>
          </ac:spMkLst>
        </pc:spChg>
        <pc:spChg chg="add mod">
          <ac:chgData name="chiragdjadhav@outlook.com" userId="effe2cbd2a6ebe7c" providerId="LiveId" clId="{4790AC98-7CAE-4AAB-AE53-7A479A001FBE}" dt="2026-01-19T14:29:52.184" v="6174"/>
          <ac:spMkLst>
            <pc:docMk/>
            <pc:sldMk cId="3363065161" sldId="262"/>
            <ac:spMk id="17" creationId="{51F2543E-EBD2-48DC-12AA-577E03E89FDC}"/>
          </ac:spMkLst>
        </pc:spChg>
        <pc:spChg chg="add mod">
          <ac:chgData name="chiragdjadhav@outlook.com" userId="effe2cbd2a6ebe7c" providerId="LiveId" clId="{4790AC98-7CAE-4AAB-AE53-7A479A001FBE}" dt="2026-01-19T14:29:52.184" v="6174"/>
          <ac:spMkLst>
            <pc:docMk/>
            <pc:sldMk cId="3363065161" sldId="262"/>
            <ac:spMk id="18" creationId="{A7183406-595B-A7E2-F939-B7C3D31BDC96}"/>
          </ac:spMkLst>
        </pc:spChg>
        <pc:spChg chg="add mod">
          <ac:chgData name="chiragdjadhav@outlook.com" userId="effe2cbd2a6ebe7c" providerId="LiveId" clId="{4790AC98-7CAE-4AAB-AE53-7A479A001FBE}" dt="2026-01-19T14:29:52.184" v="6174"/>
          <ac:spMkLst>
            <pc:docMk/>
            <pc:sldMk cId="3363065161" sldId="262"/>
            <ac:spMk id="19" creationId="{90A896D2-81E1-A4E9-5765-EEC8732A96ED}"/>
          </ac:spMkLst>
        </pc:spChg>
        <pc:spChg chg="add del mod">
          <ac:chgData name="chiragdjadhav@outlook.com" userId="effe2cbd2a6ebe7c" providerId="LiveId" clId="{4790AC98-7CAE-4AAB-AE53-7A479A001FBE}" dt="2026-01-19T14:30:19.728" v="6182"/>
          <ac:spMkLst>
            <pc:docMk/>
            <pc:sldMk cId="3363065161" sldId="262"/>
            <ac:spMk id="20" creationId="{F16D9322-CB37-9853-4EC2-EC6D80697CEA}"/>
          </ac:spMkLst>
        </pc:spChg>
        <pc:spChg chg="add mod">
          <ac:chgData name="chiragdjadhav@outlook.com" userId="effe2cbd2a6ebe7c" providerId="LiveId" clId="{4790AC98-7CAE-4AAB-AE53-7A479A001FBE}" dt="2026-01-19T14:30:19.712" v="6180"/>
          <ac:spMkLst>
            <pc:docMk/>
            <pc:sldMk cId="3363065161" sldId="262"/>
            <ac:spMk id="22" creationId="{EDA3825C-6B66-08B8-4817-27CD20182A15}"/>
          </ac:spMkLst>
        </pc:spChg>
        <pc:spChg chg="add mod">
          <ac:chgData name="chiragdjadhav@outlook.com" userId="effe2cbd2a6ebe7c" providerId="LiveId" clId="{4790AC98-7CAE-4AAB-AE53-7A479A001FBE}" dt="2026-01-19T14:30:19.712" v="6180"/>
          <ac:spMkLst>
            <pc:docMk/>
            <pc:sldMk cId="3363065161" sldId="262"/>
            <ac:spMk id="23" creationId="{11D43508-813B-33DB-27EB-1C7C18FB9C06}"/>
          </ac:spMkLst>
        </pc:spChg>
        <pc:spChg chg="add mod">
          <ac:chgData name="chiragdjadhav@outlook.com" userId="effe2cbd2a6ebe7c" providerId="LiveId" clId="{4790AC98-7CAE-4AAB-AE53-7A479A001FBE}" dt="2026-01-19T14:30:19.712" v="6180"/>
          <ac:spMkLst>
            <pc:docMk/>
            <pc:sldMk cId="3363065161" sldId="262"/>
            <ac:spMk id="24" creationId="{E53FA849-AD7B-ADD7-3FB7-1DD5CB78EC24}"/>
          </ac:spMkLst>
        </pc:spChg>
        <pc:spChg chg="add mod">
          <ac:chgData name="chiragdjadhav@outlook.com" userId="effe2cbd2a6ebe7c" providerId="LiveId" clId="{4790AC98-7CAE-4AAB-AE53-7A479A001FBE}" dt="2026-01-19T14:30:19.712" v="6180"/>
          <ac:spMkLst>
            <pc:docMk/>
            <pc:sldMk cId="3363065161" sldId="262"/>
            <ac:spMk id="25" creationId="{70EC2B78-CC1F-8D88-94D2-B6C6884DD205}"/>
          </ac:spMkLst>
        </pc:spChg>
        <pc:spChg chg="add mod">
          <ac:chgData name="chiragdjadhav@outlook.com" userId="effe2cbd2a6ebe7c" providerId="LiveId" clId="{4790AC98-7CAE-4AAB-AE53-7A479A001FBE}" dt="2026-01-19T14:30:19.712" v="6180"/>
          <ac:spMkLst>
            <pc:docMk/>
            <pc:sldMk cId="3363065161" sldId="262"/>
            <ac:spMk id="26" creationId="{FCA135A3-8092-4112-51D7-5220C84A82BE}"/>
          </ac:spMkLst>
        </pc:spChg>
        <pc:spChg chg="add mod">
          <ac:chgData name="chiragdjadhav@outlook.com" userId="effe2cbd2a6ebe7c" providerId="LiveId" clId="{4790AC98-7CAE-4AAB-AE53-7A479A001FBE}" dt="2026-01-19T14:30:19.712" v="6180"/>
          <ac:spMkLst>
            <pc:docMk/>
            <pc:sldMk cId="3363065161" sldId="262"/>
            <ac:spMk id="27" creationId="{BC915071-8DCC-A69B-6A3B-5C0D3B3866B9}"/>
          </ac:spMkLst>
        </pc:spChg>
        <pc:spChg chg="add mod">
          <ac:chgData name="chiragdjadhav@outlook.com" userId="effe2cbd2a6ebe7c" providerId="LiveId" clId="{4790AC98-7CAE-4AAB-AE53-7A479A001FBE}" dt="2026-01-19T14:30:19.712" v="6180"/>
          <ac:spMkLst>
            <pc:docMk/>
            <pc:sldMk cId="3363065161" sldId="262"/>
            <ac:spMk id="28" creationId="{AB18275C-DBFF-0366-42D5-281AE98C5F81}"/>
          </ac:spMkLst>
        </pc:spChg>
        <pc:spChg chg="add mod">
          <ac:chgData name="chiragdjadhav@outlook.com" userId="effe2cbd2a6ebe7c" providerId="LiveId" clId="{4790AC98-7CAE-4AAB-AE53-7A479A001FBE}" dt="2026-01-19T14:30:19.712" v="6180"/>
          <ac:spMkLst>
            <pc:docMk/>
            <pc:sldMk cId="3363065161" sldId="262"/>
            <ac:spMk id="29" creationId="{1B72E6A9-BB13-A1AF-9F43-93E3549B0209}"/>
          </ac:spMkLst>
        </pc:spChg>
        <pc:spChg chg="add mod">
          <ac:chgData name="chiragdjadhav@outlook.com" userId="effe2cbd2a6ebe7c" providerId="LiveId" clId="{4790AC98-7CAE-4AAB-AE53-7A479A001FBE}" dt="2026-01-19T14:30:19.712" v="6180"/>
          <ac:spMkLst>
            <pc:docMk/>
            <pc:sldMk cId="3363065161" sldId="262"/>
            <ac:spMk id="30" creationId="{3438C58F-51C1-B209-3615-A04A0F34A0E8}"/>
          </ac:spMkLst>
        </pc:spChg>
        <pc:spChg chg="add del mod ord">
          <ac:chgData name="chiragdjadhav@outlook.com" userId="effe2cbd2a6ebe7c" providerId="LiveId" clId="{4790AC98-7CAE-4AAB-AE53-7A479A001FBE}" dt="2026-01-19T14:31:46.290" v="6187" actId="700"/>
          <ac:spMkLst>
            <pc:docMk/>
            <pc:sldMk cId="3363065161" sldId="262"/>
            <ac:spMk id="31" creationId="{1FFE3620-6245-31AD-9819-CC1CEE0A2A8A}"/>
          </ac:spMkLst>
        </pc:spChg>
        <pc:spChg chg="add del mod ord">
          <ac:chgData name="chiragdjadhav@outlook.com" userId="effe2cbd2a6ebe7c" providerId="LiveId" clId="{4790AC98-7CAE-4AAB-AE53-7A479A001FBE}" dt="2026-01-19T14:31:46.290" v="6187" actId="700"/>
          <ac:spMkLst>
            <pc:docMk/>
            <pc:sldMk cId="3363065161" sldId="262"/>
            <ac:spMk id="32" creationId="{931B36A6-8056-242C-7CDE-A11D9380D472}"/>
          </ac:spMkLst>
        </pc:spChg>
        <pc:spChg chg="add del mod ord">
          <ac:chgData name="chiragdjadhav@outlook.com" userId="effe2cbd2a6ebe7c" providerId="LiveId" clId="{4790AC98-7CAE-4AAB-AE53-7A479A001FBE}" dt="2026-01-19T14:31:46.290" v="6187" actId="700"/>
          <ac:spMkLst>
            <pc:docMk/>
            <pc:sldMk cId="3363065161" sldId="262"/>
            <ac:spMk id="33" creationId="{B6526CFD-4653-6AB2-BAD7-811F9F70371E}"/>
          </ac:spMkLst>
        </pc:spChg>
        <pc:spChg chg="add mod ord">
          <ac:chgData name="chiragdjadhav@outlook.com" userId="effe2cbd2a6ebe7c" providerId="LiveId" clId="{4790AC98-7CAE-4AAB-AE53-7A479A001FBE}" dt="2026-01-20T11:43:42.922" v="11651" actId="14100"/>
          <ac:spMkLst>
            <pc:docMk/>
            <pc:sldMk cId="3363065161" sldId="262"/>
            <ac:spMk id="34" creationId="{341DF66D-101E-1E94-5B10-9F9AB851D2A5}"/>
          </ac:spMkLst>
        </pc:spChg>
        <pc:spChg chg="add del mod ord">
          <ac:chgData name="chiragdjadhav@outlook.com" userId="effe2cbd2a6ebe7c" providerId="LiveId" clId="{4790AC98-7CAE-4AAB-AE53-7A479A001FBE}" dt="2026-01-19T14:34:37.051" v="6257" actId="931"/>
          <ac:spMkLst>
            <pc:docMk/>
            <pc:sldMk cId="3363065161" sldId="262"/>
            <ac:spMk id="35" creationId="{D62A7899-4E86-D9E2-21A3-141BFA65FFF4}"/>
          </ac:spMkLst>
        </pc:spChg>
        <pc:spChg chg="add mod ord">
          <ac:chgData name="chiragdjadhav@outlook.com" userId="effe2cbd2a6ebe7c" providerId="LiveId" clId="{4790AC98-7CAE-4AAB-AE53-7A479A001FBE}" dt="2026-01-20T11:44:34.949" v="11659" actId="113"/>
          <ac:spMkLst>
            <pc:docMk/>
            <pc:sldMk cId="3363065161" sldId="262"/>
            <ac:spMk id="36" creationId="{335ED3D0-8E3B-B595-693A-717FEBF1061A}"/>
          </ac:spMkLst>
        </pc:spChg>
        <pc:spChg chg="add mod">
          <ac:chgData name="chiragdjadhav@outlook.com" userId="effe2cbd2a6ebe7c" providerId="LiveId" clId="{4790AC98-7CAE-4AAB-AE53-7A479A001FBE}" dt="2026-01-19T14:35:55.684" v="6284"/>
          <ac:spMkLst>
            <pc:docMk/>
            <pc:sldMk cId="3363065161" sldId="262"/>
            <ac:spMk id="42" creationId="{17A21C7D-4FE9-F65E-46E4-C122A48378AE}"/>
          </ac:spMkLst>
        </pc:spChg>
        <pc:spChg chg="add mod">
          <ac:chgData name="chiragdjadhav@outlook.com" userId="effe2cbd2a6ebe7c" providerId="LiveId" clId="{4790AC98-7CAE-4AAB-AE53-7A479A001FBE}" dt="2026-01-19T14:35:55.684" v="6284"/>
          <ac:spMkLst>
            <pc:docMk/>
            <pc:sldMk cId="3363065161" sldId="262"/>
            <ac:spMk id="43" creationId="{1F0DA219-2F4A-7555-1A76-7E10271F0EAD}"/>
          </ac:spMkLst>
        </pc:spChg>
        <pc:spChg chg="add mod">
          <ac:chgData name="chiragdjadhav@outlook.com" userId="effe2cbd2a6ebe7c" providerId="LiveId" clId="{4790AC98-7CAE-4AAB-AE53-7A479A001FBE}" dt="2026-01-19T14:35:55.684" v="6284"/>
          <ac:spMkLst>
            <pc:docMk/>
            <pc:sldMk cId="3363065161" sldId="262"/>
            <ac:spMk id="44" creationId="{48EF3178-D94F-5A4B-FD4E-93F169D2AB5D}"/>
          </ac:spMkLst>
        </pc:spChg>
        <pc:spChg chg="add mod">
          <ac:chgData name="chiragdjadhav@outlook.com" userId="effe2cbd2a6ebe7c" providerId="LiveId" clId="{4790AC98-7CAE-4AAB-AE53-7A479A001FBE}" dt="2026-01-19T14:35:55.684" v="6284"/>
          <ac:spMkLst>
            <pc:docMk/>
            <pc:sldMk cId="3363065161" sldId="262"/>
            <ac:spMk id="45" creationId="{F5A765BF-7295-0BEF-A8DA-DC702DC1057A}"/>
          </ac:spMkLst>
        </pc:spChg>
        <pc:spChg chg="add del mod">
          <ac:chgData name="chiragdjadhav@outlook.com" userId="effe2cbd2a6ebe7c" providerId="LiveId" clId="{4790AC98-7CAE-4AAB-AE53-7A479A001FBE}" dt="2026-01-19T14:35:55.684" v="6284"/>
          <ac:spMkLst>
            <pc:docMk/>
            <pc:sldMk cId="3363065161" sldId="262"/>
            <ac:spMk id="46" creationId="{A456DD48-1C7B-4D74-572C-0AF16F7102FB}"/>
          </ac:spMkLst>
        </pc:spChg>
        <pc:spChg chg="add mod">
          <ac:chgData name="chiragdjadhav@outlook.com" userId="effe2cbd2a6ebe7c" providerId="LiveId" clId="{4790AC98-7CAE-4AAB-AE53-7A479A001FBE}" dt="2026-01-19T14:35:55.684" v="6284"/>
          <ac:spMkLst>
            <pc:docMk/>
            <pc:sldMk cId="3363065161" sldId="262"/>
            <ac:spMk id="47" creationId="{F6F25B86-382E-BAC6-AFBC-C1F600C11723}"/>
          </ac:spMkLst>
        </pc:spChg>
        <pc:spChg chg="add del mod">
          <ac:chgData name="chiragdjadhav@outlook.com" userId="effe2cbd2a6ebe7c" providerId="LiveId" clId="{4790AC98-7CAE-4AAB-AE53-7A479A001FBE}" dt="2026-01-19T14:35:55.684" v="6284"/>
          <ac:spMkLst>
            <pc:docMk/>
            <pc:sldMk cId="3363065161" sldId="262"/>
            <ac:spMk id="48" creationId="{1E90A1CA-5DED-8A38-D55A-51874DB1CACE}"/>
          </ac:spMkLst>
        </pc:spChg>
        <pc:spChg chg="add mod">
          <ac:chgData name="chiragdjadhav@outlook.com" userId="effe2cbd2a6ebe7c" providerId="LiveId" clId="{4790AC98-7CAE-4AAB-AE53-7A479A001FBE}" dt="2026-01-19T14:35:55.684" v="6284"/>
          <ac:spMkLst>
            <pc:docMk/>
            <pc:sldMk cId="3363065161" sldId="262"/>
            <ac:spMk id="49" creationId="{DC8D1A08-F75B-AC08-285A-479686EFC3A3}"/>
          </ac:spMkLst>
        </pc:spChg>
        <pc:spChg chg="add mod">
          <ac:chgData name="chiragdjadhav@outlook.com" userId="effe2cbd2a6ebe7c" providerId="LiveId" clId="{4790AC98-7CAE-4AAB-AE53-7A479A001FBE}" dt="2026-01-19T14:35:55.684" v="6284"/>
          <ac:spMkLst>
            <pc:docMk/>
            <pc:sldMk cId="3363065161" sldId="262"/>
            <ac:spMk id="50" creationId="{C75AE96E-B0ED-4826-3DD4-DEEEB081498E}"/>
          </ac:spMkLst>
        </pc:spChg>
        <pc:spChg chg="add mod">
          <ac:chgData name="chiragdjadhav@outlook.com" userId="effe2cbd2a6ebe7c" providerId="LiveId" clId="{4790AC98-7CAE-4AAB-AE53-7A479A001FBE}" dt="2026-01-19T14:38:32.663" v="6288"/>
          <ac:spMkLst>
            <pc:docMk/>
            <pc:sldMk cId="3363065161" sldId="262"/>
            <ac:spMk id="52" creationId="{27A0A281-9E6D-5F8F-6D92-88B031AC68E3}"/>
          </ac:spMkLst>
        </pc:spChg>
        <pc:spChg chg="add mod">
          <ac:chgData name="chiragdjadhav@outlook.com" userId="effe2cbd2a6ebe7c" providerId="LiveId" clId="{4790AC98-7CAE-4AAB-AE53-7A479A001FBE}" dt="2026-01-19T14:38:32.663" v="6288"/>
          <ac:spMkLst>
            <pc:docMk/>
            <pc:sldMk cId="3363065161" sldId="262"/>
            <ac:spMk id="53" creationId="{95B3991F-B1B1-F722-547E-1B717444E565}"/>
          </ac:spMkLst>
        </pc:spChg>
        <pc:spChg chg="add mod">
          <ac:chgData name="chiragdjadhav@outlook.com" userId="effe2cbd2a6ebe7c" providerId="LiveId" clId="{4790AC98-7CAE-4AAB-AE53-7A479A001FBE}" dt="2026-01-19T14:38:32.663" v="6288"/>
          <ac:spMkLst>
            <pc:docMk/>
            <pc:sldMk cId="3363065161" sldId="262"/>
            <ac:spMk id="54" creationId="{E6A28685-A637-1343-6C78-E2F35794CD24}"/>
          </ac:spMkLst>
        </pc:spChg>
        <pc:spChg chg="add mod">
          <ac:chgData name="chiragdjadhav@outlook.com" userId="effe2cbd2a6ebe7c" providerId="LiveId" clId="{4790AC98-7CAE-4AAB-AE53-7A479A001FBE}" dt="2026-01-19T14:38:32.663" v="6288"/>
          <ac:spMkLst>
            <pc:docMk/>
            <pc:sldMk cId="3363065161" sldId="262"/>
            <ac:spMk id="55" creationId="{FB179E96-D563-0908-8FA7-208DE057CB3A}"/>
          </ac:spMkLst>
        </pc:spChg>
        <pc:spChg chg="add mod">
          <ac:chgData name="chiragdjadhav@outlook.com" userId="effe2cbd2a6ebe7c" providerId="LiveId" clId="{4790AC98-7CAE-4AAB-AE53-7A479A001FBE}" dt="2026-01-19T14:38:32.663" v="6288"/>
          <ac:spMkLst>
            <pc:docMk/>
            <pc:sldMk cId="3363065161" sldId="262"/>
            <ac:spMk id="56" creationId="{A5781F8D-2864-8259-527B-A070E906CFC3}"/>
          </ac:spMkLst>
        </pc:spChg>
        <pc:spChg chg="add mod">
          <ac:chgData name="chiragdjadhav@outlook.com" userId="effe2cbd2a6ebe7c" providerId="LiveId" clId="{4790AC98-7CAE-4AAB-AE53-7A479A001FBE}" dt="2026-01-19T14:38:32.663" v="6288"/>
          <ac:spMkLst>
            <pc:docMk/>
            <pc:sldMk cId="3363065161" sldId="262"/>
            <ac:spMk id="57" creationId="{5B27C840-4668-E790-D36B-8978A14D6477}"/>
          </ac:spMkLst>
        </pc:spChg>
        <pc:spChg chg="add mod">
          <ac:chgData name="chiragdjadhav@outlook.com" userId="effe2cbd2a6ebe7c" providerId="LiveId" clId="{4790AC98-7CAE-4AAB-AE53-7A479A001FBE}" dt="2026-01-19T14:38:32.663" v="6288"/>
          <ac:spMkLst>
            <pc:docMk/>
            <pc:sldMk cId="3363065161" sldId="262"/>
            <ac:spMk id="58" creationId="{FD796F81-BAB8-533D-E4F1-D8B2D5835A53}"/>
          </ac:spMkLst>
        </pc:spChg>
        <pc:spChg chg="add mod">
          <ac:chgData name="chiragdjadhav@outlook.com" userId="effe2cbd2a6ebe7c" providerId="LiveId" clId="{4790AC98-7CAE-4AAB-AE53-7A479A001FBE}" dt="2026-01-19T14:38:32.663" v="6288"/>
          <ac:spMkLst>
            <pc:docMk/>
            <pc:sldMk cId="3363065161" sldId="262"/>
            <ac:spMk id="59" creationId="{D6D932A1-5640-C7E3-6DEF-60072E0570ED}"/>
          </ac:spMkLst>
        </pc:spChg>
        <pc:spChg chg="add mod">
          <ac:chgData name="chiragdjadhav@outlook.com" userId="effe2cbd2a6ebe7c" providerId="LiveId" clId="{4790AC98-7CAE-4AAB-AE53-7A479A001FBE}" dt="2026-01-19T14:38:32.663" v="6288"/>
          <ac:spMkLst>
            <pc:docMk/>
            <pc:sldMk cId="3363065161" sldId="262"/>
            <ac:spMk id="60" creationId="{894B57E5-69F4-44A0-75E3-FB578376537B}"/>
          </ac:spMkLst>
        </pc:spChg>
        <pc:graphicFrameChg chg="add mod">
          <ac:chgData name="chiragdjadhav@outlook.com" userId="effe2cbd2a6ebe7c" providerId="LiveId" clId="{4790AC98-7CAE-4AAB-AE53-7A479A001FBE}" dt="2026-01-19T14:28:35.386" v="6167"/>
          <ac:graphicFrameMkLst>
            <pc:docMk/>
            <pc:sldMk cId="3363065161" sldId="262"/>
            <ac:graphicFrameMk id="8" creationId="{1A4296D3-7FF8-4FA0-9CF5-56F21E2576A8}"/>
          </ac:graphicFrameMkLst>
        </pc:graphicFrameChg>
        <pc:graphicFrameChg chg="add mod">
          <ac:chgData name="chiragdjadhav@outlook.com" userId="effe2cbd2a6ebe7c" providerId="LiveId" clId="{4790AC98-7CAE-4AAB-AE53-7A479A001FBE}" dt="2026-01-19T14:28:35.386" v="6167"/>
          <ac:graphicFrameMkLst>
            <pc:docMk/>
            <pc:sldMk cId="3363065161" sldId="262"/>
            <ac:graphicFrameMk id="9" creationId="{8DA0EB1E-5463-4836-AC2D-342FBB3EFF79}"/>
          </ac:graphicFrameMkLst>
        </pc:graphicFrameChg>
        <pc:graphicFrameChg chg="add mod">
          <ac:chgData name="chiragdjadhav@outlook.com" userId="effe2cbd2a6ebe7c" providerId="LiveId" clId="{4790AC98-7CAE-4AAB-AE53-7A479A001FBE}" dt="2026-01-19T14:30:18.433" v="6178" actId="688"/>
          <ac:graphicFrameMkLst>
            <pc:docMk/>
            <pc:sldMk cId="3363065161" sldId="262"/>
            <ac:graphicFrameMk id="21" creationId="{8D54B71B-DFED-3896-EA46-B9FA1F5C616E}"/>
          </ac:graphicFrameMkLst>
        </pc:graphicFrameChg>
        <pc:graphicFrameChg chg="add del mod modGraphic">
          <ac:chgData name="chiragdjadhav@outlook.com" userId="effe2cbd2a6ebe7c" providerId="LiveId" clId="{4790AC98-7CAE-4AAB-AE53-7A479A001FBE}" dt="2026-01-19T14:35:53.692" v="6277" actId="14100"/>
          <ac:graphicFrameMkLst>
            <pc:docMk/>
            <pc:sldMk cId="3363065161" sldId="262"/>
            <ac:graphicFrameMk id="41" creationId="{0B035F53-03BC-1A5A-F88F-03BF4D263202}"/>
          </ac:graphicFrameMkLst>
        </pc:graphicFrameChg>
        <pc:graphicFrameChg chg="add mod">
          <ac:chgData name="chiragdjadhav@outlook.com" userId="effe2cbd2a6ebe7c" providerId="LiveId" clId="{4790AC98-7CAE-4AAB-AE53-7A479A001FBE}" dt="2026-01-19T14:38:28.124" v="6286" actId="688"/>
          <ac:graphicFrameMkLst>
            <pc:docMk/>
            <pc:sldMk cId="3363065161" sldId="262"/>
            <ac:graphicFrameMk id="51" creationId="{717029A2-9851-EFC2-0CF4-97B4BF419C77}"/>
          </ac:graphicFrameMkLst>
        </pc:graphicFrameChg>
        <pc:picChg chg="add mod ord">
          <ac:chgData name="chiragdjadhav@outlook.com" userId="effe2cbd2a6ebe7c" providerId="LiveId" clId="{4790AC98-7CAE-4AAB-AE53-7A479A001FBE}" dt="2026-01-20T11:45:41.110" v="11674" actId="14100"/>
          <ac:picMkLst>
            <pc:docMk/>
            <pc:sldMk cId="3363065161" sldId="262"/>
            <ac:picMk id="38" creationId="{27B9A47F-A259-DC42-D52B-F88C6D4BA8FA}"/>
          </ac:picMkLst>
        </pc:picChg>
        <pc:picChg chg="add del">
          <ac:chgData name="chiragdjadhav@outlook.com" userId="effe2cbd2a6ebe7c" providerId="LiveId" clId="{4790AC98-7CAE-4AAB-AE53-7A479A001FBE}" dt="2026-01-19T14:34:53.921" v="6264" actId="22"/>
          <ac:picMkLst>
            <pc:docMk/>
            <pc:sldMk cId="3363065161" sldId="262"/>
            <ac:picMk id="40" creationId="{90E37E25-61D9-C9E6-DB1E-9ED7CCC0A4BF}"/>
          </ac:picMkLst>
        </pc:picChg>
      </pc:sldChg>
      <pc:sldChg chg="addSp delSp modSp new mod">
        <pc:chgData name="chiragdjadhav@outlook.com" userId="effe2cbd2a6ebe7c" providerId="LiveId" clId="{4790AC98-7CAE-4AAB-AE53-7A479A001FBE}" dt="2026-01-20T11:48:21.718" v="11725" actId="20577"/>
        <pc:sldMkLst>
          <pc:docMk/>
          <pc:sldMk cId="2305425432" sldId="263"/>
        </pc:sldMkLst>
        <pc:spChg chg="mod">
          <ac:chgData name="chiragdjadhav@outlook.com" userId="effe2cbd2a6ebe7c" providerId="LiveId" clId="{4790AC98-7CAE-4AAB-AE53-7A479A001FBE}" dt="2026-01-20T11:44:46.866" v="11660" actId="14100"/>
          <ac:spMkLst>
            <pc:docMk/>
            <pc:sldMk cId="2305425432" sldId="263"/>
            <ac:spMk id="2" creationId="{75624D26-8F83-6CCF-F689-2938C9BB3B5C}"/>
          </ac:spMkLst>
        </pc:spChg>
        <pc:spChg chg="add del">
          <ac:chgData name="chiragdjadhav@outlook.com" userId="effe2cbd2a6ebe7c" providerId="LiveId" clId="{4790AC98-7CAE-4AAB-AE53-7A479A001FBE}" dt="2026-01-19T15:00:06.017" v="6619" actId="931"/>
          <ac:spMkLst>
            <pc:docMk/>
            <pc:sldMk cId="2305425432" sldId="263"/>
            <ac:spMk id="3" creationId="{97574FC0-A561-5DB5-AE6E-13907BB85CD1}"/>
          </ac:spMkLst>
        </pc:spChg>
        <pc:spChg chg="mod">
          <ac:chgData name="chiragdjadhav@outlook.com" userId="effe2cbd2a6ebe7c" providerId="LiveId" clId="{4790AC98-7CAE-4AAB-AE53-7A479A001FBE}" dt="2026-01-20T11:48:21.718" v="11725" actId="20577"/>
          <ac:spMkLst>
            <pc:docMk/>
            <pc:sldMk cId="2305425432" sldId="263"/>
            <ac:spMk id="4" creationId="{A108392B-B6EE-CA06-4A41-AC8D7B945514}"/>
          </ac:spMkLst>
        </pc:spChg>
        <pc:picChg chg="add mod">
          <ac:chgData name="chiragdjadhav@outlook.com" userId="effe2cbd2a6ebe7c" providerId="LiveId" clId="{4790AC98-7CAE-4AAB-AE53-7A479A001FBE}" dt="2026-01-19T14:58:16.991" v="6618" actId="931"/>
          <ac:picMkLst>
            <pc:docMk/>
            <pc:sldMk cId="2305425432" sldId="263"/>
            <ac:picMk id="6" creationId="{D1816A25-5211-AAD0-EF8B-A77F6BF464DF}"/>
          </ac:picMkLst>
        </pc:picChg>
        <pc:picChg chg="add mod">
          <ac:chgData name="chiragdjadhav@outlook.com" userId="effe2cbd2a6ebe7c" providerId="LiveId" clId="{4790AC98-7CAE-4AAB-AE53-7A479A001FBE}" dt="2026-01-20T11:45:56.326" v="11678" actId="14100"/>
          <ac:picMkLst>
            <pc:docMk/>
            <pc:sldMk cId="2305425432" sldId="263"/>
            <ac:picMk id="8" creationId="{E3851210-8D61-961D-8886-9F86F74962CD}"/>
          </ac:picMkLst>
        </pc:picChg>
      </pc:sldChg>
      <pc:sldChg chg="addSp delSp modSp new mod modClrScheme chgLayout">
        <pc:chgData name="chiragdjadhav@outlook.com" userId="effe2cbd2a6ebe7c" providerId="LiveId" clId="{4790AC98-7CAE-4AAB-AE53-7A479A001FBE}" dt="2026-01-20T11:49:28.003" v="11729" actId="122"/>
        <pc:sldMkLst>
          <pc:docMk/>
          <pc:sldMk cId="410920665" sldId="264"/>
        </pc:sldMkLst>
        <pc:spChg chg="del mod ord">
          <ac:chgData name="chiragdjadhav@outlook.com" userId="effe2cbd2a6ebe7c" providerId="LiveId" clId="{4790AC98-7CAE-4AAB-AE53-7A479A001FBE}" dt="2026-01-20T05:07:39.015" v="6841" actId="700"/>
          <ac:spMkLst>
            <pc:docMk/>
            <pc:sldMk cId="410920665" sldId="264"/>
            <ac:spMk id="2" creationId="{9EF28526-5FE1-5698-9EC2-22A808915D69}"/>
          </ac:spMkLst>
        </pc:spChg>
        <pc:spChg chg="del">
          <ac:chgData name="chiragdjadhav@outlook.com" userId="effe2cbd2a6ebe7c" providerId="LiveId" clId="{4790AC98-7CAE-4AAB-AE53-7A479A001FBE}" dt="2026-01-20T05:07:39.015" v="6841" actId="700"/>
          <ac:spMkLst>
            <pc:docMk/>
            <pc:sldMk cId="410920665" sldId="264"/>
            <ac:spMk id="3" creationId="{B3CA6425-570A-93BC-1786-882259FD0433}"/>
          </ac:spMkLst>
        </pc:spChg>
        <pc:spChg chg="del">
          <ac:chgData name="chiragdjadhav@outlook.com" userId="effe2cbd2a6ebe7c" providerId="LiveId" clId="{4790AC98-7CAE-4AAB-AE53-7A479A001FBE}" dt="2026-01-20T05:07:39.015" v="6841" actId="700"/>
          <ac:spMkLst>
            <pc:docMk/>
            <pc:sldMk cId="410920665" sldId="264"/>
            <ac:spMk id="4" creationId="{25B6E9D7-6D31-3EB6-3226-35511C9E4B1A}"/>
          </ac:spMkLst>
        </pc:spChg>
        <pc:spChg chg="add mod ord">
          <ac:chgData name="chiragdjadhav@outlook.com" userId="effe2cbd2a6ebe7c" providerId="LiveId" clId="{4790AC98-7CAE-4AAB-AE53-7A479A001FBE}" dt="2026-01-20T11:49:28.003" v="11729" actId="122"/>
          <ac:spMkLst>
            <pc:docMk/>
            <pc:sldMk cId="410920665" sldId="264"/>
            <ac:spMk id="5" creationId="{F973A8C9-A656-05DC-9F7D-AEAC9B65F946}"/>
          </ac:spMkLst>
        </pc:spChg>
        <pc:picChg chg="add mod">
          <ac:chgData name="chiragdjadhav@outlook.com" userId="effe2cbd2a6ebe7c" providerId="LiveId" clId="{4790AC98-7CAE-4AAB-AE53-7A479A001FBE}" dt="2026-01-20T05:08:37.531" v="6846" actId="1076"/>
          <ac:picMkLst>
            <pc:docMk/>
            <pc:sldMk cId="410920665" sldId="264"/>
            <ac:picMk id="7" creationId="{043508E3-97F7-C7B9-66E6-83328F72E722}"/>
          </ac:picMkLst>
        </pc:picChg>
        <pc:picChg chg="add mod">
          <ac:chgData name="chiragdjadhav@outlook.com" userId="effe2cbd2a6ebe7c" providerId="LiveId" clId="{4790AC98-7CAE-4AAB-AE53-7A479A001FBE}" dt="2026-01-20T11:49:13.371" v="11726" actId="1076"/>
          <ac:picMkLst>
            <pc:docMk/>
            <pc:sldMk cId="410920665" sldId="264"/>
            <ac:picMk id="9" creationId="{BBD77B2E-4BC9-264D-2FDB-3676FC4893D5}"/>
          </ac:picMkLst>
        </pc:picChg>
        <pc:picChg chg="add mod">
          <ac:chgData name="chiragdjadhav@outlook.com" userId="effe2cbd2a6ebe7c" providerId="LiveId" clId="{4790AC98-7CAE-4AAB-AE53-7A479A001FBE}" dt="2026-01-20T11:49:17.690" v="11727" actId="1076"/>
          <ac:picMkLst>
            <pc:docMk/>
            <pc:sldMk cId="410920665" sldId="264"/>
            <ac:picMk id="11" creationId="{A040DF34-F8FB-5496-18F9-4FAB446546B7}"/>
          </ac:picMkLst>
        </pc:picChg>
      </pc:sldChg>
      <pc:sldChg chg="addSp modSp new mod">
        <pc:chgData name="chiragdjadhav@outlook.com" userId="effe2cbd2a6ebe7c" providerId="LiveId" clId="{4790AC98-7CAE-4AAB-AE53-7A479A001FBE}" dt="2026-01-20T11:49:59.556" v="11734" actId="1076"/>
        <pc:sldMkLst>
          <pc:docMk/>
          <pc:sldMk cId="3473322293" sldId="265"/>
        </pc:sldMkLst>
        <pc:spChg chg="mod">
          <ac:chgData name="chiragdjadhav@outlook.com" userId="effe2cbd2a6ebe7c" providerId="LiveId" clId="{4790AC98-7CAE-4AAB-AE53-7A479A001FBE}" dt="2026-01-20T11:49:59.556" v="11734" actId="1076"/>
          <ac:spMkLst>
            <pc:docMk/>
            <pc:sldMk cId="3473322293" sldId="265"/>
            <ac:spMk id="2" creationId="{B03ED997-710A-5312-2C29-70BDFECC9C02}"/>
          </ac:spMkLst>
        </pc:spChg>
        <pc:picChg chg="add mod">
          <ac:chgData name="chiragdjadhav@outlook.com" userId="effe2cbd2a6ebe7c" providerId="LiveId" clId="{4790AC98-7CAE-4AAB-AE53-7A479A001FBE}" dt="2026-01-20T11:49:42.645" v="11730" actId="1076"/>
          <ac:picMkLst>
            <pc:docMk/>
            <pc:sldMk cId="3473322293" sldId="265"/>
            <ac:picMk id="4" creationId="{442A6402-6E2D-9A06-3BE9-E83FA254D33D}"/>
          </ac:picMkLst>
        </pc:picChg>
        <pc:picChg chg="add mod">
          <ac:chgData name="chiragdjadhav@outlook.com" userId="effe2cbd2a6ebe7c" providerId="LiveId" clId="{4790AC98-7CAE-4AAB-AE53-7A479A001FBE}" dt="2026-01-20T11:49:45.744" v="11731" actId="1076"/>
          <ac:picMkLst>
            <pc:docMk/>
            <pc:sldMk cId="3473322293" sldId="265"/>
            <ac:picMk id="6" creationId="{9C753E0C-EF6C-586B-FE97-2EFC570BFE0E}"/>
          </ac:picMkLst>
        </pc:picChg>
      </pc:sldChg>
      <pc:sldChg chg="addSp delSp modSp new mod">
        <pc:chgData name="chiragdjadhav@outlook.com" userId="effe2cbd2a6ebe7c" providerId="LiveId" clId="{4790AC98-7CAE-4AAB-AE53-7A479A001FBE}" dt="2026-01-20T11:53:20.133" v="11779" actId="12385"/>
        <pc:sldMkLst>
          <pc:docMk/>
          <pc:sldMk cId="1340668491" sldId="266"/>
        </pc:sldMkLst>
        <pc:spChg chg="mod">
          <ac:chgData name="chiragdjadhav@outlook.com" userId="effe2cbd2a6ebe7c" providerId="LiveId" clId="{4790AC98-7CAE-4AAB-AE53-7A479A001FBE}" dt="2026-01-20T11:50:12.120" v="11736" actId="14100"/>
          <ac:spMkLst>
            <pc:docMk/>
            <pc:sldMk cId="1340668491" sldId="266"/>
            <ac:spMk id="2" creationId="{334778AE-24BF-7566-9430-568601853722}"/>
          </ac:spMkLst>
        </pc:spChg>
        <pc:spChg chg="del">
          <ac:chgData name="chiragdjadhav@outlook.com" userId="effe2cbd2a6ebe7c" providerId="LiveId" clId="{4790AC98-7CAE-4AAB-AE53-7A479A001FBE}" dt="2026-01-20T09:22:27.867" v="6939" actId="931"/>
          <ac:spMkLst>
            <pc:docMk/>
            <pc:sldMk cId="1340668491" sldId="266"/>
            <ac:spMk id="3" creationId="{0A656559-7451-051F-8D95-223DEAB897B4}"/>
          </ac:spMkLst>
        </pc:spChg>
        <pc:spChg chg="mod">
          <ac:chgData name="chiragdjadhav@outlook.com" userId="effe2cbd2a6ebe7c" providerId="LiveId" clId="{4790AC98-7CAE-4AAB-AE53-7A479A001FBE}" dt="2026-01-20T11:50:22.637" v="11739" actId="14100"/>
          <ac:spMkLst>
            <pc:docMk/>
            <pc:sldMk cId="1340668491" sldId="266"/>
            <ac:spMk id="4" creationId="{8872B98B-780E-FC1E-8221-C063584C1474}"/>
          </ac:spMkLst>
        </pc:spChg>
        <pc:spChg chg="add del mod">
          <ac:chgData name="chiragdjadhav@outlook.com" userId="effe2cbd2a6ebe7c" providerId="LiveId" clId="{4790AC98-7CAE-4AAB-AE53-7A479A001FBE}" dt="2026-01-20T09:43:50.041" v="8820"/>
          <ac:spMkLst>
            <pc:docMk/>
            <pc:sldMk cId="1340668491" sldId="266"/>
            <ac:spMk id="5" creationId="{3D584369-3ACD-FE36-D1CC-AB22F1017CC4}"/>
          </ac:spMkLst>
        </pc:spChg>
        <pc:spChg chg="add del mod">
          <ac:chgData name="chiragdjadhav@outlook.com" userId="effe2cbd2a6ebe7c" providerId="LiveId" clId="{4790AC98-7CAE-4AAB-AE53-7A479A001FBE}" dt="2026-01-20T09:45:50.379" v="9655" actId="478"/>
          <ac:spMkLst>
            <pc:docMk/>
            <pc:sldMk cId="1340668491" sldId="266"/>
            <ac:spMk id="8" creationId="{6609F45D-4E79-4913-A3B7-4E0C1821A1D8}"/>
          </ac:spMkLst>
        </pc:spChg>
        <pc:spChg chg="add mod">
          <ac:chgData name="chiragdjadhav@outlook.com" userId="effe2cbd2a6ebe7c" providerId="LiveId" clId="{4790AC98-7CAE-4AAB-AE53-7A479A001FBE}" dt="2026-01-20T09:45:58.262" v="9674" actId="20577"/>
          <ac:spMkLst>
            <pc:docMk/>
            <pc:sldMk cId="1340668491" sldId="266"/>
            <ac:spMk id="9" creationId="{92FDC245-B2E8-BB62-91D6-95A5C04BEDCF}"/>
          </ac:spMkLst>
        </pc:spChg>
        <pc:spChg chg="add del mod">
          <ac:chgData name="chiragdjadhav@outlook.com" userId="effe2cbd2a6ebe7c" providerId="LiveId" clId="{4790AC98-7CAE-4AAB-AE53-7A479A001FBE}" dt="2026-01-20T09:45:27.754" v="9650" actId="478"/>
          <ac:spMkLst>
            <pc:docMk/>
            <pc:sldMk cId="1340668491" sldId="266"/>
            <ac:spMk id="10" creationId="{F5D8108B-90B5-D0FD-6856-A996E35E9D3C}"/>
          </ac:spMkLst>
        </pc:spChg>
        <pc:spChg chg="add del mod">
          <ac:chgData name="chiragdjadhav@outlook.com" userId="effe2cbd2a6ebe7c" providerId="LiveId" clId="{4790AC98-7CAE-4AAB-AE53-7A479A001FBE}" dt="2026-01-20T09:43:50.034" v="8818" actId="478"/>
          <ac:spMkLst>
            <pc:docMk/>
            <pc:sldMk cId="1340668491" sldId="266"/>
            <ac:spMk id="11" creationId="{35E8684D-9575-FBFB-A99A-75712C088974}"/>
          </ac:spMkLst>
        </pc:spChg>
        <pc:spChg chg="add del mod">
          <ac:chgData name="chiragdjadhav@outlook.com" userId="effe2cbd2a6ebe7c" providerId="LiveId" clId="{4790AC98-7CAE-4AAB-AE53-7A479A001FBE}" dt="2026-01-20T09:45:40.356" v="9652" actId="478"/>
          <ac:spMkLst>
            <pc:docMk/>
            <pc:sldMk cId="1340668491" sldId="266"/>
            <ac:spMk id="12" creationId="{D2C02A6F-3249-1452-2CB9-8B38BAEB2889}"/>
          </ac:spMkLst>
        </pc:spChg>
        <pc:spChg chg="add del mod">
          <ac:chgData name="chiragdjadhav@outlook.com" userId="effe2cbd2a6ebe7c" providerId="LiveId" clId="{4790AC98-7CAE-4AAB-AE53-7A479A001FBE}" dt="2026-01-20T09:49:54.771" v="9962"/>
          <ac:spMkLst>
            <pc:docMk/>
            <pc:sldMk cId="1340668491" sldId="266"/>
            <ac:spMk id="13" creationId="{BE293316-91FB-48DE-4261-62C09733E51E}"/>
          </ac:spMkLst>
        </pc:spChg>
        <pc:spChg chg="del">
          <ac:chgData name="chiragdjadhav@outlook.com" userId="effe2cbd2a6ebe7c" providerId="LiveId" clId="{4790AC98-7CAE-4AAB-AE53-7A479A001FBE}" dt="2026-01-20T09:45:43" v="9653" actId="478"/>
          <ac:spMkLst>
            <pc:docMk/>
            <pc:sldMk cId="1340668491" sldId="266"/>
            <ac:spMk id="14" creationId="{8C82B933-32DE-5A4F-5F9E-CD459F34AA54}"/>
          </ac:spMkLst>
        </pc:spChg>
        <pc:spChg chg="add del mod">
          <ac:chgData name="chiragdjadhav@outlook.com" userId="effe2cbd2a6ebe7c" providerId="LiveId" clId="{4790AC98-7CAE-4AAB-AE53-7A479A001FBE}" dt="2026-01-20T09:49:54.773" v="9964"/>
          <ac:spMkLst>
            <pc:docMk/>
            <pc:sldMk cId="1340668491" sldId="266"/>
            <ac:spMk id="15" creationId="{DF00762D-F4ED-7253-4A3F-64D8B272D81A}"/>
          </ac:spMkLst>
        </pc:spChg>
        <pc:spChg chg="add del mod">
          <ac:chgData name="chiragdjadhav@outlook.com" userId="effe2cbd2a6ebe7c" providerId="LiveId" clId="{4790AC98-7CAE-4AAB-AE53-7A479A001FBE}" dt="2026-01-20T09:45:47.099" v="9654" actId="478"/>
          <ac:spMkLst>
            <pc:docMk/>
            <pc:sldMk cId="1340668491" sldId="266"/>
            <ac:spMk id="16" creationId="{6528BD6F-1988-F4D9-3367-DE4C9AE11145}"/>
          </ac:spMkLst>
        </pc:spChg>
        <pc:spChg chg="add del mod">
          <ac:chgData name="chiragdjadhav@outlook.com" userId="effe2cbd2a6ebe7c" providerId="LiveId" clId="{4790AC98-7CAE-4AAB-AE53-7A479A001FBE}" dt="2026-01-20T09:45:02.059" v="9634" actId="47"/>
          <ac:spMkLst>
            <pc:docMk/>
            <pc:sldMk cId="1340668491" sldId="266"/>
            <ac:spMk id="17" creationId="{93468E11-7075-0594-88A4-4BC66EDE96F9}"/>
          </ac:spMkLst>
        </pc:spChg>
        <pc:graphicFrameChg chg="add del modGraphic">
          <ac:chgData name="chiragdjadhav@outlook.com" userId="effe2cbd2a6ebe7c" providerId="LiveId" clId="{4790AC98-7CAE-4AAB-AE53-7A479A001FBE}" dt="2026-01-20T09:45:31.191" v="9651" actId="478"/>
          <ac:graphicFrameMkLst>
            <pc:docMk/>
            <pc:sldMk cId="1340668491" sldId="266"/>
            <ac:graphicFrameMk id="3" creationId="{F099139F-1A35-9784-9E40-7C8CCDA7F72D}"/>
          </ac:graphicFrameMkLst>
        </pc:graphicFrameChg>
        <pc:graphicFrameChg chg="add mod modGraphic">
          <ac:chgData name="chiragdjadhav@outlook.com" userId="effe2cbd2a6ebe7c" providerId="LiveId" clId="{4790AC98-7CAE-4AAB-AE53-7A479A001FBE}" dt="2026-01-20T11:53:20.133" v="11779" actId="12385"/>
          <ac:graphicFrameMkLst>
            <pc:docMk/>
            <pc:sldMk cId="1340668491" sldId="266"/>
            <ac:graphicFrameMk id="7" creationId="{A1D37306-B3F5-8E36-B6BA-89E03042FB96}"/>
          </ac:graphicFrameMkLst>
        </pc:graphicFrameChg>
        <pc:picChg chg="add mod">
          <ac:chgData name="chiragdjadhav@outlook.com" userId="effe2cbd2a6ebe7c" providerId="LiveId" clId="{4790AC98-7CAE-4AAB-AE53-7A479A001FBE}" dt="2026-01-20T11:50:53.904" v="11743" actId="14100"/>
          <ac:picMkLst>
            <pc:docMk/>
            <pc:sldMk cId="1340668491" sldId="266"/>
            <ac:picMk id="6" creationId="{0B011E54-6555-4303-2259-22A893A837F7}"/>
          </ac:picMkLst>
        </pc:picChg>
      </pc:sldChg>
      <pc:sldChg chg="addSp delSp modSp new del mod">
        <pc:chgData name="chiragdjadhav@outlook.com" userId="effe2cbd2a6ebe7c" providerId="LiveId" clId="{4790AC98-7CAE-4AAB-AE53-7A479A001FBE}" dt="2026-01-20T09:21:41.491" v="6937" actId="47"/>
        <pc:sldMkLst>
          <pc:docMk/>
          <pc:sldMk cId="3662240285" sldId="266"/>
        </pc:sldMkLst>
        <pc:spChg chg="del">
          <ac:chgData name="chiragdjadhav@outlook.com" userId="effe2cbd2a6ebe7c" providerId="LiveId" clId="{4790AC98-7CAE-4AAB-AE53-7A479A001FBE}" dt="2026-01-20T09:10:46.248" v="6933" actId="931"/>
          <ac:spMkLst>
            <pc:docMk/>
            <pc:sldMk cId="3662240285" sldId="266"/>
            <ac:spMk id="3" creationId="{88C4236A-12F3-F4D1-1783-64472A1DB11F}"/>
          </ac:spMkLst>
        </pc:spChg>
        <pc:spChg chg="add mod">
          <ac:chgData name="chiragdjadhav@outlook.com" userId="effe2cbd2a6ebe7c" providerId="LiveId" clId="{4790AC98-7CAE-4AAB-AE53-7A479A001FBE}" dt="2026-01-20T09:11:28.103" v="6936" actId="478"/>
          <ac:spMkLst>
            <pc:docMk/>
            <pc:sldMk cId="3662240285" sldId="266"/>
            <ac:spMk id="8" creationId="{00A8E80C-BB86-423F-FB91-2B2E94A7FF1D}"/>
          </ac:spMkLst>
        </pc:spChg>
        <pc:picChg chg="add del mod">
          <ac:chgData name="chiragdjadhav@outlook.com" userId="effe2cbd2a6ebe7c" providerId="LiveId" clId="{4790AC98-7CAE-4AAB-AE53-7A479A001FBE}" dt="2026-01-20T09:11:28.103" v="6936" actId="478"/>
          <ac:picMkLst>
            <pc:docMk/>
            <pc:sldMk cId="3662240285" sldId="266"/>
            <ac:picMk id="6" creationId="{AD23944F-EECE-5831-A101-B1BC7C7AFB1D}"/>
          </ac:picMkLst>
        </pc:picChg>
      </pc:sldChg>
      <pc:sldChg chg="addSp delSp modSp new mod">
        <pc:chgData name="chiragdjadhav@outlook.com" userId="effe2cbd2a6ebe7c" providerId="LiveId" clId="{4790AC98-7CAE-4AAB-AE53-7A479A001FBE}" dt="2026-01-20T11:57:03.051" v="11845" actId="1076"/>
        <pc:sldMkLst>
          <pc:docMk/>
          <pc:sldMk cId="551648981" sldId="267"/>
        </pc:sldMkLst>
        <pc:spChg chg="mod">
          <ac:chgData name="chiragdjadhav@outlook.com" userId="effe2cbd2a6ebe7c" providerId="LiveId" clId="{4790AC98-7CAE-4AAB-AE53-7A479A001FBE}" dt="2026-01-20T11:51:33.364" v="11753" actId="14100"/>
          <ac:spMkLst>
            <pc:docMk/>
            <pc:sldMk cId="551648981" sldId="267"/>
            <ac:spMk id="2" creationId="{46C431A2-9DA7-218B-0AD4-3C63149C5D0C}"/>
          </ac:spMkLst>
        </pc:spChg>
        <pc:spChg chg="del">
          <ac:chgData name="chiragdjadhav@outlook.com" userId="effe2cbd2a6ebe7c" providerId="LiveId" clId="{4790AC98-7CAE-4AAB-AE53-7A479A001FBE}" dt="2026-01-20T09:50:17.937" v="9966" actId="931"/>
          <ac:spMkLst>
            <pc:docMk/>
            <pc:sldMk cId="551648981" sldId="267"/>
            <ac:spMk id="3" creationId="{735E71D7-0826-11A7-BC99-DB994FEDC51D}"/>
          </ac:spMkLst>
        </pc:spChg>
        <pc:spChg chg="mod">
          <ac:chgData name="chiragdjadhav@outlook.com" userId="effe2cbd2a6ebe7c" providerId="LiveId" clId="{4790AC98-7CAE-4AAB-AE53-7A479A001FBE}" dt="2026-01-20T11:56:02.551" v="11838" actId="14100"/>
          <ac:spMkLst>
            <pc:docMk/>
            <pc:sldMk cId="551648981" sldId="267"/>
            <ac:spMk id="4" creationId="{D07EFF0A-C81A-439E-0B15-9AFE0DA3B450}"/>
          </ac:spMkLst>
        </pc:spChg>
        <pc:spChg chg="add del mod">
          <ac:chgData name="chiragdjadhav@outlook.com" userId="effe2cbd2a6ebe7c" providerId="LiveId" clId="{4790AC98-7CAE-4AAB-AE53-7A479A001FBE}" dt="2026-01-20T11:51:21.878" v="11749" actId="22"/>
          <ac:spMkLst>
            <pc:docMk/>
            <pc:sldMk cId="551648981" sldId="267"/>
            <ac:spMk id="8" creationId="{C159C9F1-AF35-0FDD-A0A4-29BF15B02BDC}"/>
          </ac:spMkLst>
        </pc:spChg>
        <pc:graphicFrameChg chg="add mod modGraphic">
          <ac:chgData name="chiragdjadhav@outlook.com" userId="effe2cbd2a6ebe7c" providerId="LiveId" clId="{4790AC98-7CAE-4AAB-AE53-7A479A001FBE}" dt="2026-01-20T11:56:58.961" v="11844" actId="1076"/>
          <ac:graphicFrameMkLst>
            <pc:docMk/>
            <pc:sldMk cId="551648981" sldId="267"/>
            <ac:graphicFrameMk id="9" creationId="{F222B776-4CC5-DF67-DAF7-6C4544E1215A}"/>
          </ac:graphicFrameMkLst>
        </pc:graphicFrameChg>
        <pc:picChg chg="add mod">
          <ac:chgData name="chiragdjadhav@outlook.com" userId="effe2cbd2a6ebe7c" providerId="LiveId" clId="{4790AC98-7CAE-4AAB-AE53-7A479A001FBE}" dt="2026-01-20T11:57:03.051" v="11845" actId="1076"/>
          <ac:picMkLst>
            <pc:docMk/>
            <pc:sldMk cId="551648981" sldId="267"/>
            <ac:picMk id="6" creationId="{2EBDD0E8-A779-F568-D39C-7DAC2EA1A132}"/>
          </ac:picMkLst>
        </pc:picChg>
      </pc:sldChg>
      <pc:sldChg chg="addSp delSp modSp new mod ord">
        <pc:chgData name="chiragdjadhav@outlook.com" userId="effe2cbd2a6ebe7c" providerId="LiveId" clId="{4790AC98-7CAE-4AAB-AE53-7A479A001FBE}" dt="2026-01-20T12:45:34.871" v="12953" actId="122"/>
        <pc:sldMkLst>
          <pc:docMk/>
          <pc:sldMk cId="871768519" sldId="268"/>
        </pc:sldMkLst>
        <pc:spChg chg="mod">
          <ac:chgData name="chiragdjadhav@outlook.com" userId="effe2cbd2a6ebe7c" providerId="LiveId" clId="{4790AC98-7CAE-4AAB-AE53-7A479A001FBE}" dt="2026-01-20T12:45:34.871" v="12953" actId="122"/>
          <ac:spMkLst>
            <pc:docMk/>
            <pc:sldMk cId="871768519" sldId="268"/>
            <ac:spMk id="2" creationId="{6597F03B-75D4-0681-0702-22569E3FB0E8}"/>
          </ac:spMkLst>
        </pc:spChg>
        <pc:spChg chg="add del mod">
          <ac:chgData name="chiragdjadhav@outlook.com" userId="effe2cbd2a6ebe7c" providerId="LiveId" clId="{4790AC98-7CAE-4AAB-AE53-7A479A001FBE}" dt="2026-01-20T10:32:49.007" v="10794"/>
          <ac:spMkLst>
            <pc:docMk/>
            <pc:sldMk cId="871768519" sldId="268"/>
            <ac:spMk id="3" creationId="{BD2871E4-25E4-E479-ED89-74C237FC0D73}"/>
          </ac:spMkLst>
        </pc:spChg>
        <pc:spChg chg="add mod">
          <ac:chgData name="chiragdjadhav@outlook.com" userId="effe2cbd2a6ebe7c" providerId="LiveId" clId="{4790AC98-7CAE-4AAB-AE53-7A479A001FBE}" dt="2026-01-20T12:45:13.291" v="12952" actId="207"/>
          <ac:spMkLst>
            <pc:docMk/>
            <pc:sldMk cId="871768519" sldId="268"/>
            <ac:spMk id="4" creationId="{C780C340-D92D-EFB8-C898-49A05BE8AB41}"/>
          </ac:spMkLst>
        </pc:spChg>
      </pc:sldChg>
      <pc:sldChg chg="addSp delSp modSp new mod modClrScheme chgLayout">
        <pc:chgData name="chiragdjadhav@outlook.com" userId="effe2cbd2a6ebe7c" providerId="LiveId" clId="{4790AC98-7CAE-4AAB-AE53-7A479A001FBE}" dt="2026-01-20T12:44:40.647" v="12949" actId="207"/>
        <pc:sldMkLst>
          <pc:docMk/>
          <pc:sldMk cId="3061883870" sldId="269"/>
        </pc:sldMkLst>
        <pc:spChg chg="add del mod">
          <ac:chgData name="chiragdjadhav@outlook.com" userId="effe2cbd2a6ebe7c" providerId="LiveId" clId="{4790AC98-7CAE-4AAB-AE53-7A479A001FBE}" dt="2026-01-20T10:41:11.638" v="10864"/>
          <ac:spMkLst>
            <pc:docMk/>
            <pc:sldMk cId="3061883870" sldId="269"/>
            <ac:spMk id="2" creationId="{89653BC6-7F24-2271-88A5-2102813990F9}"/>
          </ac:spMkLst>
        </pc:spChg>
        <pc:spChg chg="add del mod ord">
          <ac:chgData name="chiragdjadhav@outlook.com" userId="effe2cbd2a6ebe7c" providerId="LiveId" clId="{4790AC98-7CAE-4AAB-AE53-7A479A001FBE}" dt="2026-01-20T10:41:02.959" v="10861" actId="700"/>
          <ac:spMkLst>
            <pc:docMk/>
            <pc:sldMk cId="3061883870" sldId="269"/>
            <ac:spMk id="3" creationId="{86B2FE62-057B-8BAE-8F37-575E7005EC61}"/>
          </ac:spMkLst>
        </pc:spChg>
        <pc:spChg chg="add del mod ord">
          <ac:chgData name="chiragdjadhav@outlook.com" userId="effe2cbd2a6ebe7c" providerId="LiveId" clId="{4790AC98-7CAE-4AAB-AE53-7A479A001FBE}" dt="2026-01-20T10:41:02.959" v="10861" actId="700"/>
          <ac:spMkLst>
            <pc:docMk/>
            <pc:sldMk cId="3061883870" sldId="269"/>
            <ac:spMk id="4" creationId="{33D467C7-721C-9D13-1222-3437936441F9}"/>
          </ac:spMkLst>
        </pc:spChg>
        <pc:spChg chg="add mod ord">
          <ac:chgData name="chiragdjadhav@outlook.com" userId="effe2cbd2a6ebe7c" providerId="LiveId" clId="{4790AC98-7CAE-4AAB-AE53-7A479A001FBE}" dt="2026-01-20T12:30:09.079" v="12800" actId="122"/>
          <ac:spMkLst>
            <pc:docMk/>
            <pc:sldMk cId="3061883870" sldId="269"/>
            <ac:spMk id="5" creationId="{8081C2FF-2751-CF42-41CA-7BA53FA9CB39}"/>
          </ac:spMkLst>
        </pc:spChg>
        <pc:spChg chg="add del mod">
          <ac:chgData name="chiragdjadhav@outlook.com" userId="effe2cbd2a6ebe7c" providerId="LiveId" clId="{4790AC98-7CAE-4AAB-AE53-7A479A001FBE}" dt="2026-01-20T10:41:44.151" v="10903"/>
          <ac:spMkLst>
            <pc:docMk/>
            <pc:sldMk cId="3061883870" sldId="269"/>
            <ac:spMk id="6" creationId="{D9135EB2-DBB1-16A0-A270-7952EA4CA59B}"/>
          </ac:spMkLst>
        </pc:spChg>
        <pc:spChg chg="add del mod">
          <ac:chgData name="chiragdjadhav@outlook.com" userId="effe2cbd2a6ebe7c" providerId="LiveId" clId="{4790AC98-7CAE-4AAB-AE53-7A479A001FBE}" dt="2026-01-20T11:12:10.372" v="10911" actId="478"/>
          <ac:spMkLst>
            <pc:docMk/>
            <pc:sldMk cId="3061883870" sldId="269"/>
            <ac:spMk id="7" creationId="{BC27E212-D9FE-1C1A-347B-3C44257D42A9}"/>
          </ac:spMkLst>
        </pc:spChg>
        <pc:spChg chg="add mod">
          <ac:chgData name="chiragdjadhav@outlook.com" userId="effe2cbd2a6ebe7c" providerId="LiveId" clId="{4790AC98-7CAE-4AAB-AE53-7A479A001FBE}" dt="2026-01-20T12:44:40.647" v="12949" actId="207"/>
          <ac:spMkLst>
            <pc:docMk/>
            <pc:sldMk cId="3061883870" sldId="269"/>
            <ac:spMk id="8" creationId="{E89CCECE-720A-5304-347F-07AD36ADD1F1}"/>
          </ac:spMkLst>
        </pc:spChg>
      </pc:sldChg>
      <pc:sldChg chg="addSp delSp modSp new mod">
        <pc:chgData name="chiragdjadhav@outlook.com" userId="effe2cbd2a6ebe7c" providerId="LiveId" clId="{4790AC98-7CAE-4AAB-AE53-7A479A001FBE}" dt="2026-01-20T12:44:13.447" v="12948" actId="1076"/>
        <pc:sldMkLst>
          <pc:docMk/>
          <pc:sldMk cId="1894404585" sldId="270"/>
        </pc:sldMkLst>
        <pc:spChg chg="mod">
          <ac:chgData name="chiragdjadhav@outlook.com" userId="effe2cbd2a6ebe7c" providerId="LiveId" clId="{4790AC98-7CAE-4AAB-AE53-7A479A001FBE}" dt="2026-01-20T12:44:08.718" v="12947" actId="14100"/>
          <ac:spMkLst>
            <pc:docMk/>
            <pc:sldMk cId="1894404585" sldId="270"/>
            <ac:spMk id="2" creationId="{BB07B948-AEC1-1610-47B0-6CA1F9ACF8A1}"/>
          </ac:spMkLst>
        </pc:spChg>
        <pc:spChg chg="del">
          <ac:chgData name="chiragdjadhav@outlook.com" userId="effe2cbd2a6ebe7c" providerId="LiveId" clId="{4790AC98-7CAE-4AAB-AE53-7A479A001FBE}" dt="2026-01-20T12:17:36.080" v="11928" actId="931"/>
          <ac:spMkLst>
            <pc:docMk/>
            <pc:sldMk cId="1894404585" sldId="270"/>
            <ac:spMk id="3" creationId="{E04F9433-B9A5-2FF6-7B77-AD8FC88FC607}"/>
          </ac:spMkLst>
        </pc:spChg>
        <pc:spChg chg="del">
          <ac:chgData name="chiragdjadhav@outlook.com" userId="effe2cbd2a6ebe7c" providerId="LiveId" clId="{4790AC98-7CAE-4AAB-AE53-7A479A001FBE}" dt="2026-01-20T12:19:03.932" v="11934"/>
          <ac:spMkLst>
            <pc:docMk/>
            <pc:sldMk cId="1894404585" sldId="270"/>
            <ac:spMk id="4" creationId="{CA673977-9F92-FD3B-AFE9-B40689324BD5}"/>
          </ac:spMkLst>
        </pc:spChg>
        <pc:spChg chg="add mod">
          <ac:chgData name="chiragdjadhav@outlook.com" userId="effe2cbd2a6ebe7c" providerId="LiveId" clId="{4790AC98-7CAE-4AAB-AE53-7A479A001FBE}" dt="2026-01-20T12:44:13.447" v="12948" actId="1076"/>
          <ac:spMkLst>
            <pc:docMk/>
            <pc:sldMk cId="1894404585" sldId="270"/>
            <ac:spMk id="7" creationId="{4713C1AE-6C67-3D16-3F23-8CE03E970179}"/>
          </ac:spMkLst>
        </pc:spChg>
        <pc:picChg chg="add mod">
          <ac:chgData name="chiragdjadhav@outlook.com" userId="effe2cbd2a6ebe7c" providerId="LiveId" clId="{4790AC98-7CAE-4AAB-AE53-7A479A001FBE}" dt="2026-01-20T12:17:54.905" v="11933" actId="14100"/>
          <ac:picMkLst>
            <pc:docMk/>
            <pc:sldMk cId="1894404585" sldId="270"/>
            <ac:picMk id="6" creationId="{1E070E56-034B-BD6F-C458-DB17FACED6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43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43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22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22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86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14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7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954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73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52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766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675A6E3-1F92-4DF5-8D4A-A936DB9B1CE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E15B6BD-D882-4A56-B6C2-0FD36454A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38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celdemy.com/excel-data-analysis-forecasting/" TargetMode="External"/><Relationship Id="rId2" Type="http://schemas.openxmlformats.org/officeDocument/2006/relationships/hyperlink" Target="https://zerotomastery.io/blog/merging-datasets-in-excel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exceldemy.com/trendline-option-not-showing-in-excel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BEAC-7D9E-9C9A-B39F-99E28A43E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917" y="314632"/>
            <a:ext cx="8574622" cy="924233"/>
          </a:xfrm>
        </p:spPr>
        <p:txBody>
          <a:bodyPr>
            <a:normAutofit/>
          </a:bodyPr>
          <a:lstStyle/>
          <a:p>
            <a:r>
              <a:rPr lang="en-US" sz="4800" i="1" dirty="0" err="1">
                <a:latin typeface="Aptos Display" panose="020B0004020202020204" pitchFamily="34" charset="0"/>
              </a:rPr>
              <a:t>NextHikes</a:t>
            </a:r>
            <a:r>
              <a:rPr lang="en-US" sz="4800" i="1" dirty="0">
                <a:latin typeface="Aptos Display" panose="020B0004020202020204" pitchFamily="34" charset="0"/>
              </a:rPr>
              <a:t> IT Solutions</a:t>
            </a:r>
            <a:endParaRPr lang="en-IN" sz="4800" i="1" dirty="0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6086D-D4E5-7571-1D0C-5A0E3B7AE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6077" y="1773586"/>
            <a:ext cx="6537265" cy="2090492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Aptos" panose="020B0004020202020204" pitchFamily="34" charset="0"/>
              </a:rPr>
              <a:t> Trends Of Bike Rental Demands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EA825A-3F58-4224-8903-DDCFACB99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40" y="1451854"/>
            <a:ext cx="5183431" cy="4427836"/>
          </a:xfrm>
          <a:prstGeom prst="ellipse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7FF4A6B-367D-1CFA-5DE3-5AEA1944379D}"/>
              </a:ext>
            </a:extLst>
          </p:cNvPr>
          <p:cNvSpPr/>
          <p:nvPr/>
        </p:nvSpPr>
        <p:spPr>
          <a:xfrm>
            <a:off x="8456060" y="5958593"/>
            <a:ext cx="2359107" cy="461665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Namrata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Farmer</a:t>
            </a:r>
            <a:endParaRPr lang="en-US" sz="2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75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B315-CCFF-F5F2-841C-F9F435D3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527" y="219997"/>
            <a:ext cx="10018713" cy="989372"/>
          </a:xfrm>
        </p:spPr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Objectives</a:t>
            </a:r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DB03F4-6789-A6B3-62F9-30FD5A7AD2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491424"/>
            <a:ext cx="9567148" cy="5475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Analyze how demand changes with temperature, humidity, windspeed, and weather situations.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Compare casual vs. registered user behavior.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Build predictive models for bike rental demand forecasting.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Identify peak hours, seasonal demand, and weather sensitivity.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Perform comprehensive analysis &amp; Understand how weather varies across hours, days, and seasons.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Understand if any factors co-relate with each other or not.</a:t>
            </a:r>
          </a:p>
          <a:p>
            <a:pPr marL="457200" lvl="1" indent="0">
              <a:buNone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70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45E4-A045-8FC0-9550-2BB1EF15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157" y="206478"/>
            <a:ext cx="10018713" cy="1347019"/>
          </a:xfrm>
        </p:spPr>
        <p:txBody>
          <a:bodyPr>
            <a:norm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Correlation Analysis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22CB38-54BC-2DB0-8BC0-9EDD059FD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845" y="904567"/>
            <a:ext cx="6862916" cy="18779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538369-A0C2-63D7-1F36-81E99CF4889A}"/>
              </a:ext>
            </a:extLst>
          </p:cNvPr>
          <p:cNvSpPr txBox="1"/>
          <p:nvPr/>
        </p:nvSpPr>
        <p:spPr>
          <a:xfrm>
            <a:off x="1828800" y="2939845"/>
            <a:ext cx="99305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Strong Positive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Registered &amp; Total: Nearly perfect correlation, indicating that registered users dominate the total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Casual &amp; Total/Registered: Moderate positive correlation.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Temp &amp; </a:t>
            </a:r>
            <a:r>
              <a:rPr lang="en-US" dirty="0" err="1">
                <a:solidFill>
                  <a:srgbClr val="0070C0"/>
                </a:solidFill>
              </a:rPr>
              <a:t>Atemp</a:t>
            </a:r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Weak or Negative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Humidity &amp; Windspeed: Higher humidity tends to coincide with lower windspeed.</a:t>
            </a:r>
            <a:endParaRPr lang="en-US" b="1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Humidity &amp; Casual/Registered: Higher humidity might deter bike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Other Observations</a:t>
            </a:r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Temperature &amp; Casual: Warmer temperatures seem to encourage casual biking more than registered usage.</a:t>
            </a:r>
          </a:p>
        </p:txBody>
      </p:sp>
    </p:spTree>
    <p:extLst>
      <p:ext uri="{BB962C8B-B14F-4D97-AF65-F5344CB8AC3E}">
        <p14:creationId xmlns:p14="http://schemas.microsoft.com/office/powerpoint/2010/main" val="116665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3793-0052-531D-73FE-6D301A23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0" y="190500"/>
            <a:ext cx="10018713" cy="999203"/>
          </a:xfrm>
        </p:spPr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Detection Of Outliers</a:t>
            </a:r>
            <a:endParaRPr lang="en-IN" dirty="0">
              <a:latin typeface="Aptos Display" panose="020B00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82B058-DFED-3585-713F-974FC6BE87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25" y="1675891"/>
            <a:ext cx="4395019" cy="3506218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A9EFADC-DA7D-E504-68A0-60E692F1B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7911" y="1189703"/>
            <a:ext cx="6479458" cy="53487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Temperature </a:t>
            </a:r>
          </a:p>
          <a:p>
            <a:r>
              <a:rPr lang="en-US" dirty="0"/>
              <a:t>Median: Fairly centered within the box, indicating a balanced distribution.</a:t>
            </a:r>
          </a:p>
          <a:p>
            <a:r>
              <a:rPr lang="en-US" dirty="0"/>
              <a:t>IQR</a:t>
            </a:r>
            <a:r>
              <a:rPr lang="en-US" b="1" dirty="0"/>
              <a:t> :</a:t>
            </a:r>
            <a:r>
              <a:rPr lang="en-US" dirty="0"/>
              <a:t> Narrow, suggesting low variability in temperature.</a:t>
            </a:r>
          </a:p>
          <a:p>
            <a:r>
              <a:rPr lang="en-US" dirty="0"/>
              <a:t>Outliers: Present below the lower and upper  whisker, indicating some unusually low  and high temperature readings.</a:t>
            </a:r>
          </a:p>
          <a:p>
            <a:pPr marL="0" indent="0">
              <a:buNone/>
            </a:pPr>
            <a:r>
              <a:rPr lang="en-US" b="1" dirty="0"/>
              <a:t>Humidity</a:t>
            </a:r>
          </a:p>
          <a:p>
            <a:r>
              <a:rPr lang="en-US" dirty="0"/>
              <a:t>Median: Higher than Temp and Windspeed, suggesting generally humid conditions.</a:t>
            </a:r>
          </a:p>
          <a:p>
            <a:r>
              <a:rPr lang="en-US" dirty="0"/>
              <a:t>IQR: Wide, showing high variability in humidity levels.</a:t>
            </a:r>
          </a:p>
          <a:p>
            <a:r>
              <a:rPr lang="en-US" dirty="0"/>
              <a:t>Outliers: None visible.</a:t>
            </a:r>
          </a:p>
          <a:p>
            <a:pPr marL="0" indent="0">
              <a:buNone/>
            </a:pPr>
            <a:r>
              <a:rPr lang="en-US" b="1" dirty="0"/>
              <a:t>Windspeed</a:t>
            </a:r>
          </a:p>
          <a:p>
            <a:r>
              <a:rPr lang="en-US" dirty="0"/>
              <a:t>Median: Lower than Temp and Hum.</a:t>
            </a:r>
          </a:p>
          <a:p>
            <a:r>
              <a:rPr lang="en-US" dirty="0"/>
              <a:t>IQR: Moderate, indicating some variability.</a:t>
            </a:r>
          </a:p>
          <a:p>
            <a:r>
              <a:rPr lang="en-US" dirty="0"/>
              <a:t>Outliers: One above the upper whisker.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39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7B948-AEC1-1610-47B0-6CA1F9ACF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248" y="625332"/>
            <a:ext cx="5135636" cy="1370616"/>
          </a:xfrm>
        </p:spPr>
        <p:txBody>
          <a:bodyPr/>
          <a:lstStyle/>
          <a:p>
            <a:r>
              <a:rPr lang="en-US" dirty="0"/>
              <a:t>Weather Condition V/S Demand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070E56-034B-BD6F-C458-DB17FACED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697" y="1376516"/>
            <a:ext cx="5702709" cy="4365523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713C1AE-6C67-3D16-3F23-8CE03E97017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98248" y="2295347"/>
            <a:ext cx="499820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>
                <a:solidFill>
                  <a:srgbClr val="0070C0"/>
                </a:solidFill>
              </a:rPr>
              <a:t>Clear days produce the highest total riders.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1800" dirty="0">
              <a:solidFill>
                <a:srgbClr val="0070C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>
                <a:solidFill>
                  <a:srgbClr val="0070C0"/>
                </a:solidFill>
              </a:rPr>
              <a:t>Misty/cloudy conditions cause a small drop. </a:t>
            </a:r>
            <a:r>
              <a:rPr lang="en-US" altLang="en-US" sz="1800" dirty="0">
                <a:solidFill>
                  <a:srgbClr val="0070C0"/>
                </a:solidFill>
              </a:rPr>
              <a:t>Even light rain reduces the volume of riders.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rgbClr val="0070C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rgbClr val="0070C0"/>
                </a:solidFill>
              </a:rPr>
              <a:t>Heavy rain nearly halts casual and registered use; typically</a:t>
            </a:r>
            <a:r>
              <a:rPr lang="en-US" sz="1800" dirty="0">
                <a:solidFill>
                  <a:srgbClr val="0070C0"/>
                </a:solidFill>
              </a:rPr>
              <a:t> produces a near‑shutdown of trips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9440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CDC7BC2-9A1F-B89A-802C-BCE08A921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732" y="491614"/>
            <a:ext cx="5585080" cy="1396180"/>
          </a:xfrm>
        </p:spPr>
        <p:txBody>
          <a:bodyPr>
            <a:normAutofit/>
          </a:bodyPr>
          <a:lstStyle/>
          <a:p>
            <a:r>
              <a:rPr lang="en-US" dirty="0"/>
              <a:t>Temperature effect on bike rental</a:t>
            </a:r>
            <a:endParaRPr lang="en-IN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738782B4-0274-B64E-8F44-3C35552B8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551" y="1189704"/>
            <a:ext cx="4275372" cy="5161934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FA550E-328C-BCFF-7D03-582387F3F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7731" y="2246673"/>
            <a:ext cx="5260617" cy="4075470"/>
          </a:xfrm>
        </p:spPr>
        <p:txBody>
          <a:bodyPr>
            <a:normAutofit/>
          </a:bodyPr>
          <a:lstStyle/>
          <a:p>
            <a:r>
              <a:rPr lang="en-US" sz="1800" dirty="0"/>
              <a:t>These bar charts show bike rental counts across temperature ranges. The second chart differentiated counts by two categories-Casual &amp; Registered.</a:t>
            </a:r>
          </a:p>
          <a:p>
            <a:pPr lvl="1"/>
            <a:r>
              <a:rPr lang="en-US" sz="1800" dirty="0"/>
              <a:t>Both the rentals peak in </a:t>
            </a:r>
            <a:r>
              <a:rPr lang="en-US" sz="1800" b="1" dirty="0"/>
              <a:t> </a:t>
            </a:r>
            <a:r>
              <a:rPr lang="en-US" sz="1800" dirty="0"/>
              <a:t>temperature range 0.10-0.30.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Cold (0.10) and hot (0.30) conditions reduce demand.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models show non-linear relationships between temperature and rental volume.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866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341DF66D-101E-1E94-5B10-9F9AB851D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679" y="919316"/>
            <a:ext cx="5073804" cy="988142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 Of Windspeed on Bike Rentals</a:t>
            </a:r>
            <a:endParaRPr lang="en-IN" dirty="0"/>
          </a:p>
        </p:txBody>
      </p:sp>
      <p:pic>
        <p:nvPicPr>
          <p:cNvPr id="38" name="Content Placeholder 37">
            <a:extLst>
              <a:ext uri="{FF2B5EF4-FFF2-40B4-BE49-F238E27FC236}">
                <a16:creationId xmlns:a16="http://schemas.microsoft.com/office/drawing/2014/main" id="{27B9A47F-A259-DC42-D52B-F88C6D4BA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791" y="1091381"/>
            <a:ext cx="4504286" cy="4965290"/>
          </a:xfrm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35ED3D0-8E3B-B595-693A-717FEBF10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9679" y="1976284"/>
            <a:ext cx="5073804" cy="3962400"/>
          </a:xfrm>
        </p:spPr>
        <p:txBody>
          <a:bodyPr/>
          <a:lstStyle/>
          <a:p>
            <a:r>
              <a:rPr lang="en-US" dirty="0"/>
              <a:t>Higher windspeed generally correlate with lower bike rental volumes.</a:t>
            </a:r>
          </a:p>
          <a:p>
            <a:endParaRPr lang="en-US" dirty="0"/>
          </a:p>
          <a:p>
            <a:r>
              <a:rPr lang="en-US" dirty="0"/>
              <a:t>0.10-0.20 windspeed range is most preferable range for </a:t>
            </a:r>
            <a:r>
              <a:rPr lang="en-US" b="1" dirty="0"/>
              <a:t>registered users.</a:t>
            </a:r>
          </a:p>
          <a:p>
            <a:endParaRPr lang="en-US" dirty="0"/>
          </a:p>
          <a:p>
            <a:r>
              <a:rPr lang="en-US" dirty="0"/>
              <a:t>0.20-0.30 windspeed range are favorite among </a:t>
            </a:r>
            <a:r>
              <a:rPr lang="en-US" b="1" dirty="0"/>
              <a:t>casual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65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4D26-8F83-6CCF-F689-2938C9BB3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32" y="390832"/>
            <a:ext cx="4267559" cy="1371600"/>
          </a:xfrm>
        </p:spPr>
        <p:txBody>
          <a:bodyPr/>
          <a:lstStyle/>
          <a:p>
            <a:r>
              <a:rPr lang="en-US" dirty="0"/>
              <a:t>Effect of Humidity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3851210-8D61-961D-8886-9F86F7496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911" y="1467894"/>
            <a:ext cx="4168192" cy="463793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8392B-B6EE-CA06-4A41-AC8D7B945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532" y="2094270"/>
            <a:ext cx="4907339" cy="3829665"/>
          </a:xfrm>
        </p:spPr>
        <p:txBody>
          <a:bodyPr>
            <a:normAutofit/>
          </a:bodyPr>
          <a:lstStyle/>
          <a:p>
            <a:r>
              <a:rPr lang="en-US" dirty="0"/>
              <a:t>Humidity ranges between 0.30-0.60are most comfortable range for casual and registered users. Lower and higher humidity deters rentals volume.</a:t>
            </a:r>
          </a:p>
          <a:p>
            <a:endParaRPr lang="en-US" dirty="0"/>
          </a:p>
          <a:p>
            <a:r>
              <a:rPr lang="en-US" dirty="0"/>
              <a:t>models show non-linear relationships between Humidity and rental volume.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425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73A8C9-A656-05DC-9F7D-AEAC9B65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50" y="557980"/>
            <a:ext cx="10018713" cy="64155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Casual V/S Registered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D77B2E-4BC9-264D-2FDB-3676FC489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73" y="1327353"/>
            <a:ext cx="4635370" cy="5043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40DF34-F8FB-5496-18F9-4FAB44654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359" y="1327352"/>
            <a:ext cx="4635370" cy="50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0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997-710A-5312-2C29-70BDFECC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2" y="373626"/>
            <a:ext cx="10018713" cy="904568"/>
          </a:xfrm>
        </p:spPr>
        <p:txBody>
          <a:bodyPr/>
          <a:lstStyle/>
          <a:p>
            <a:pPr algn="ctr"/>
            <a:r>
              <a:rPr lang="en-US" dirty="0"/>
              <a:t>Monthly Trend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A6402-6E2D-9A06-3BE9-E83FA254D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26" y="1278194"/>
            <a:ext cx="4026084" cy="5270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753E0C-EF6C-586B-FE97-2EFC570BF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890" y="1278194"/>
            <a:ext cx="4026084" cy="52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22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78AE-24BF-7566-9430-568601853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1" y="1279480"/>
            <a:ext cx="4680155" cy="86310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Forecast Description for Casual Demand</a:t>
            </a:r>
            <a:br>
              <a:rPr lang="en-US" b="1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011E54-6555-4303-2259-22A893A83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1591138"/>
            <a:ext cx="5213350" cy="362979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2B98B-780E-FC1E-8221-C063584C1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24" y="2281084"/>
            <a:ext cx="4879052" cy="3765755"/>
          </a:xfrm>
        </p:spPr>
        <p:txBody>
          <a:bodyPr>
            <a:normAutofit/>
          </a:bodyPr>
          <a:lstStyle/>
          <a:p>
            <a:r>
              <a:rPr lang="en-US" dirty="0"/>
              <a:t>Looking across the dates, the forecast demand generally increases from 100 to 199, peaking on 27-02-2011.</a:t>
            </a:r>
          </a:p>
          <a:p>
            <a:r>
              <a:rPr lang="en-US" dirty="0"/>
              <a:t>The Lower bound become more negative mid-month, suggesting increased uncertainty or variability.</a:t>
            </a:r>
          </a:p>
          <a:p>
            <a:r>
              <a:rPr lang="en-US" dirty="0"/>
              <a:t>The upper bound steadily rise, indicate growing potential demand.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D37306-B3F5-8E36-B6BA-89E03042F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083583"/>
              </p:ext>
            </p:extLst>
          </p:nvPr>
        </p:nvGraphicFramePr>
        <p:xfrm>
          <a:off x="6400799" y="936851"/>
          <a:ext cx="521335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03338">
                  <a:extLst>
                    <a:ext uri="{9D8B030D-6E8A-4147-A177-3AD203B41FA5}">
                      <a16:colId xmlns:a16="http://schemas.microsoft.com/office/drawing/2014/main" val="1752441229"/>
                    </a:ext>
                  </a:extLst>
                </a:gridCol>
                <a:gridCol w="1303338">
                  <a:extLst>
                    <a:ext uri="{9D8B030D-6E8A-4147-A177-3AD203B41FA5}">
                      <a16:colId xmlns:a16="http://schemas.microsoft.com/office/drawing/2014/main" val="4190117758"/>
                    </a:ext>
                  </a:extLst>
                </a:gridCol>
                <a:gridCol w="1303338">
                  <a:extLst>
                    <a:ext uri="{9D8B030D-6E8A-4147-A177-3AD203B41FA5}">
                      <a16:colId xmlns:a16="http://schemas.microsoft.com/office/drawing/2014/main" val="786532456"/>
                    </a:ext>
                  </a:extLst>
                </a:gridCol>
                <a:gridCol w="1303338">
                  <a:extLst>
                    <a:ext uri="{9D8B030D-6E8A-4147-A177-3AD203B41FA5}">
                      <a16:colId xmlns:a16="http://schemas.microsoft.com/office/drawing/2014/main" val="4020414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Forecast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Lower confidence bound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Upper Confidence bound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739808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92FDC245-B2E8-BB62-91D6-95A5C04BE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3351298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93468E11-7075-0594-88A4-4BC66EDE9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5312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668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31A2-9DA7-218B-0AD4-3C63149C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2" y="152399"/>
            <a:ext cx="5063612" cy="1499419"/>
          </a:xfrm>
        </p:spPr>
        <p:txBody>
          <a:bodyPr>
            <a:normAutofit/>
          </a:bodyPr>
          <a:lstStyle/>
          <a:p>
            <a:r>
              <a:rPr lang="en-US" dirty="0"/>
              <a:t>Forecast description Of Registered Demand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BDD0E8-A779-F568-D39C-7DAC2EA1A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152" y="1652311"/>
            <a:ext cx="5213350" cy="355337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EFF0A-C81A-439E-0B15-9AFE0DA3B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7084" y="2113935"/>
            <a:ext cx="4965290" cy="3628103"/>
          </a:xfrm>
        </p:spPr>
        <p:txBody>
          <a:bodyPr>
            <a:normAutofit/>
          </a:bodyPr>
          <a:lstStyle/>
          <a:p>
            <a:r>
              <a:rPr lang="en-US" dirty="0"/>
              <a:t>Forecasted value increase steadily from 1069 to 1119, suggesting growing registered user activity.</a:t>
            </a:r>
          </a:p>
          <a:p>
            <a:r>
              <a:rPr lang="en-US" dirty="0"/>
              <a:t>Lower confidence adjustments decrease from 267 to 27, indicating increasing certainty in the forecast.</a:t>
            </a:r>
          </a:p>
          <a:p>
            <a:r>
              <a:rPr lang="en-US" dirty="0"/>
              <a:t>Upper bounds rise from 1870 to 2212, reflecting potential for higher-than- expected usage.</a:t>
            </a:r>
          </a:p>
          <a:p>
            <a:r>
              <a:rPr lang="en-US" dirty="0"/>
              <a:t>This pattern suggests a positive trend in registered bike usage, with  tightening confidence intervals,.</a:t>
            </a: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22B776-4CC5-DF67-DAF7-6C4544E12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375795"/>
              </p:ext>
            </p:extLst>
          </p:nvPr>
        </p:nvGraphicFramePr>
        <p:xfrm>
          <a:off x="6225151" y="1255578"/>
          <a:ext cx="5213352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03338">
                  <a:extLst>
                    <a:ext uri="{9D8B030D-6E8A-4147-A177-3AD203B41FA5}">
                      <a16:colId xmlns:a16="http://schemas.microsoft.com/office/drawing/2014/main" val="1733020778"/>
                    </a:ext>
                  </a:extLst>
                </a:gridCol>
                <a:gridCol w="1303338">
                  <a:extLst>
                    <a:ext uri="{9D8B030D-6E8A-4147-A177-3AD203B41FA5}">
                      <a16:colId xmlns:a16="http://schemas.microsoft.com/office/drawing/2014/main" val="2218371494"/>
                    </a:ext>
                  </a:extLst>
                </a:gridCol>
                <a:gridCol w="1303338">
                  <a:extLst>
                    <a:ext uri="{9D8B030D-6E8A-4147-A177-3AD203B41FA5}">
                      <a16:colId xmlns:a16="http://schemas.microsoft.com/office/drawing/2014/main" val="308493574"/>
                    </a:ext>
                  </a:extLst>
                </a:gridCol>
                <a:gridCol w="1303338">
                  <a:extLst>
                    <a:ext uri="{9D8B030D-6E8A-4147-A177-3AD203B41FA5}">
                      <a16:colId xmlns:a16="http://schemas.microsoft.com/office/drawing/2014/main" val="2199792950"/>
                    </a:ext>
                  </a:extLst>
                </a:gridCol>
              </a:tblGrid>
              <a:tr h="33527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  <a:endParaRPr lang="en-IN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Forecast</a:t>
                      </a:r>
                      <a:endParaRPr lang="en-IN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Lower Confidence bound</a:t>
                      </a:r>
                      <a:endParaRPr lang="en-IN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Higher confidence bound</a:t>
                      </a:r>
                      <a:endParaRPr lang="en-IN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071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648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81C2FF-2751-CF42-41CA-7BA53FA9C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46355"/>
          </a:xfrm>
        </p:spPr>
        <p:txBody>
          <a:bodyPr/>
          <a:lstStyle/>
          <a:p>
            <a:pPr algn="ctr"/>
            <a:r>
              <a:rPr lang="en-US" dirty="0"/>
              <a:t>Key Findings &amp; Conclusion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CCECE-720A-5304-347F-07AD36ADD1F1}"/>
              </a:ext>
            </a:extLst>
          </p:cNvPr>
          <p:cNvSpPr txBox="1"/>
          <p:nvPr/>
        </p:nvSpPr>
        <p:spPr>
          <a:xfrm>
            <a:off x="1075174" y="2005781"/>
            <a:ext cx="99076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Demand of bike rentals are strongly influenced by environmental conditions; cool, low-wind and mid-humidity conditions are favorable.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Peak activity occurs at different time for each user type; registered riders show strong morning and evening peaks on weekdays, while casuals are denser in volumes on weekends.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February contains several large casual riders implying on weekends.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Good weather is a key driver of bike demand, especially for casual users, while registered users provide a stable base of usage even in less favorable weather.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883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F03B-75D4-0681-0702-22569E3FB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80103"/>
            <a:ext cx="10018713" cy="10422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Challenges &amp; References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0C340-D92D-EFB8-C898-49A05BE8AB41}"/>
              </a:ext>
            </a:extLst>
          </p:cNvPr>
          <p:cNvSpPr txBox="1"/>
          <p:nvPr/>
        </p:nvSpPr>
        <p:spPr>
          <a:xfrm>
            <a:off x="1484311" y="2546555"/>
            <a:ext cx="100187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 merge two dataset</a:t>
            </a:r>
            <a:r>
              <a:rPr lang="en-IN" dirty="0">
                <a:solidFill>
                  <a:srgbClr val="0070C0"/>
                </a:solidFill>
              </a:rPr>
              <a:t>: </a:t>
            </a:r>
            <a:r>
              <a:rPr lang="en-US" dirty="0">
                <a:hlinkClick r:id="rId2"/>
              </a:rPr>
              <a:t>Merging Datasets in Excel | Zero To Mastery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How to predict future rental demands: </a:t>
            </a:r>
            <a:r>
              <a:rPr lang="en-US" dirty="0">
                <a:hlinkClick r:id="rId3"/>
              </a:rPr>
              <a:t>How to Perform Excel Data Analysis: Forecasting (3 Easy Ways) – </a:t>
            </a:r>
            <a:r>
              <a:rPr lang="en-US" dirty="0" err="1">
                <a:hlinkClick r:id="rId3"/>
              </a:rPr>
              <a:t>ExcelDemy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Trendline not showing in pivot graph: </a:t>
            </a:r>
            <a:r>
              <a:rPr lang="en-US" dirty="0">
                <a:hlinkClick r:id="rId4"/>
              </a:rPr>
              <a:t>How to Fix the Trendline Option Not Showing in Excel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768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C99F47-B88E-77A6-335D-4630813A6E55}"/>
              </a:ext>
            </a:extLst>
          </p:cNvPr>
          <p:cNvSpPr/>
          <p:nvPr/>
        </p:nvSpPr>
        <p:spPr>
          <a:xfrm>
            <a:off x="2536723" y="2753031"/>
            <a:ext cx="8160774" cy="120032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solidFill>
                  <a:schemeClr val="tx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 </a:t>
            </a:r>
            <a:r>
              <a:rPr lang="en-US" sz="7200" b="0" cap="none" spc="0" dirty="0">
                <a:ln w="0"/>
                <a:solidFill>
                  <a:schemeClr val="tx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4006423511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ustom 1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954</TotalTime>
  <Words>738</Words>
  <Application>Microsoft Office PowerPoint</Application>
  <PresentationFormat>Widescreen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Corbel</vt:lpstr>
      <vt:lpstr>Basis</vt:lpstr>
      <vt:lpstr>NextHikes IT Solutions</vt:lpstr>
      <vt:lpstr>Objectives</vt:lpstr>
      <vt:lpstr>Correlation Analysis </vt:lpstr>
      <vt:lpstr>Detection Of Outliers</vt:lpstr>
      <vt:lpstr>Weather Condition V/S Demand</vt:lpstr>
      <vt:lpstr>Temperature effect on bike rental</vt:lpstr>
      <vt:lpstr>Effect Of Windspeed on Bike Rentals</vt:lpstr>
      <vt:lpstr>Effect of Humidity</vt:lpstr>
      <vt:lpstr>Casual V/S Registered </vt:lpstr>
      <vt:lpstr>Monthly Trend</vt:lpstr>
      <vt:lpstr>Forecast Description for Casual Demand </vt:lpstr>
      <vt:lpstr>Forecast description Of Registered Demand</vt:lpstr>
      <vt:lpstr>Key Findings &amp; Conclusion</vt:lpstr>
      <vt:lpstr>Challenges &amp;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chiragdjadhav@outlook.com</dc:creator>
  <cp:lastModifiedBy>chiragdjadhav@outlook.com</cp:lastModifiedBy>
  <cp:revision>1</cp:revision>
  <dcterms:created xsi:type="dcterms:W3CDTF">2026-01-15T12:39:17Z</dcterms:created>
  <dcterms:modified xsi:type="dcterms:W3CDTF">2026-01-20T12:46:14Z</dcterms:modified>
</cp:coreProperties>
</file>